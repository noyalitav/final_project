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3" r:id="rId2"/>
  </p:sldIdLst>
  <p:sldSz cx="35999738" cy="503999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ya Peled Muller" userId="66cf9da7-1769-422c-8f92-49bdc2c9724e" providerId="ADAL" clId="{004E17CE-C4BB-4666-912A-58513F68DFF3}"/>
    <pc:docChg chg="undo custSel modSld">
      <pc:chgData name="Maya Peled Muller" userId="66cf9da7-1769-422c-8f92-49bdc2c9724e" providerId="ADAL" clId="{004E17CE-C4BB-4666-912A-58513F68DFF3}" dt="2024-07-24T08:58:58.532" v="83" actId="20577"/>
      <pc:docMkLst>
        <pc:docMk/>
      </pc:docMkLst>
      <pc:sldChg chg="modSp mod">
        <pc:chgData name="Maya Peled Muller" userId="66cf9da7-1769-422c-8f92-49bdc2c9724e" providerId="ADAL" clId="{004E17CE-C4BB-4666-912A-58513F68DFF3}" dt="2024-07-24T08:58:58.532" v="83" actId="20577"/>
        <pc:sldMkLst>
          <pc:docMk/>
          <pc:sldMk cId="2257940053" sldId="263"/>
        </pc:sldMkLst>
        <pc:spChg chg="mod">
          <ac:chgData name="Maya Peled Muller" userId="66cf9da7-1769-422c-8f92-49bdc2c9724e" providerId="ADAL" clId="{004E17CE-C4BB-4666-912A-58513F68DFF3}" dt="2024-07-24T08:54:38.967" v="44" actId="20577"/>
          <ac:spMkLst>
            <pc:docMk/>
            <pc:sldMk cId="2257940053" sldId="263"/>
            <ac:spMk id="5" creationId="{6041D15C-2D16-9337-056C-A3C729283146}"/>
          </ac:spMkLst>
        </pc:spChg>
        <pc:spChg chg="mod">
          <ac:chgData name="Maya Peled Muller" userId="66cf9da7-1769-422c-8f92-49bdc2c9724e" providerId="ADAL" clId="{004E17CE-C4BB-4666-912A-58513F68DFF3}" dt="2024-07-24T08:53:30.831" v="21" actId="255"/>
          <ac:spMkLst>
            <pc:docMk/>
            <pc:sldMk cId="2257940053" sldId="263"/>
            <ac:spMk id="7" creationId="{39A75354-68BC-8C28-A11E-1CAC117E30F3}"/>
          </ac:spMkLst>
        </pc:spChg>
        <pc:spChg chg="mod">
          <ac:chgData name="Maya Peled Muller" userId="66cf9da7-1769-422c-8f92-49bdc2c9724e" providerId="ADAL" clId="{004E17CE-C4BB-4666-912A-58513F68DFF3}" dt="2024-07-24T08:58:58.532" v="83" actId="20577"/>
          <ac:spMkLst>
            <pc:docMk/>
            <pc:sldMk cId="2257940053" sldId="263"/>
            <ac:spMk id="8" creationId="{34967AA8-7A02-1385-B5AB-557A116D60B7}"/>
          </ac:spMkLst>
        </pc:spChg>
      </pc:sldChg>
    </pc:docChg>
  </pc:docChgLst>
  <pc:docChgLst>
    <pc:chgData name="Maya Peled Muller" userId="66cf9da7-1769-422c-8f92-49bdc2c9724e" providerId="ADAL" clId="{ABD944BE-CC73-46DF-B629-B107E316B671}"/>
    <pc:docChg chg="undo custSel modSld">
      <pc:chgData name="Maya Peled Muller" userId="66cf9da7-1769-422c-8f92-49bdc2c9724e" providerId="ADAL" clId="{ABD944BE-CC73-46DF-B629-B107E316B671}" dt="2024-08-29T09:13:17.624" v="3026" actId="1036"/>
      <pc:docMkLst>
        <pc:docMk/>
      </pc:docMkLst>
      <pc:sldChg chg="addSp delSp modSp mod">
        <pc:chgData name="Maya Peled Muller" userId="66cf9da7-1769-422c-8f92-49bdc2c9724e" providerId="ADAL" clId="{ABD944BE-CC73-46DF-B629-B107E316B671}" dt="2024-08-29T09:13:17.624" v="3026" actId="1036"/>
        <pc:sldMkLst>
          <pc:docMk/>
          <pc:sldMk cId="2257940053" sldId="263"/>
        </pc:sldMkLst>
        <pc:spChg chg="mod">
          <ac:chgData name="Maya Peled Muller" userId="66cf9da7-1769-422c-8f92-49bdc2c9724e" providerId="ADAL" clId="{ABD944BE-CC73-46DF-B629-B107E316B671}" dt="2024-08-29T09:05:09.644" v="2550" actId="1076"/>
          <ac:spMkLst>
            <pc:docMk/>
            <pc:sldMk cId="2257940053" sldId="263"/>
            <ac:spMk id="4" creationId="{224E8B5F-3968-809E-C51B-DAC01B4E1721}"/>
          </ac:spMkLst>
        </pc:spChg>
        <pc:spChg chg="mod">
          <ac:chgData name="Maya Peled Muller" userId="66cf9da7-1769-422c-8f92-49bdc2c9724e" providerId="ADAL" clId="{ABD944BE-CC73-46DF-B629-B107E316B671}" dt="2024-08-25T07:50:12.403" v="659" actId="21"/>
          <ac:spMkLst>
            <pc:docMk/>
            <pc:sldMk cId="2257940053" sldId="263"/>
            <ac:spMk id="5" creationId="{6041D15C-2D16-9337-056C-A3C729283146}"/>
          </ac:spMkLst>
        </pc:spChg>
        <pc:spChg chg="mod">
          <ac:chgData name="Maya Peled Muller" userId="66cf9da7-1769-422c-8f92-49bdc2c9724e" providerId="ADAL" clId="{ABD944BE-CC73-46DF-B629-B107E316B671}" dt="2024-08-25T07:54:09.363" v="688" actId="14100"/>
          <ac:spMkLst>
            <pc:docMk/>
            <pc:sldMk cId="2257940053" sldId="263"/>
            <ac:spMk id="7" creationId="{39A75354-68BC-8C28-A11E-1CAC117E30F3}"/>
          </ac:spMkLst>
        </pc:spChg>
        <pc:spChg chg="mod">
          <ac:chgData name="Maya Peled Muller" userId="66cf9da7-1769-422c-8f92-49bdc2c9724e" providerId="ADAL" clId="{ABD944BE-CC73-46DF-B629-B107E316B671}" dt="2024-08-25T07:57:11.893" v="808" actId="1076"/>
          <ac:spMkLst>
            <pc:docMk/>
            <pc:sldMk cId="2257940053" sldId="263"/>
            <ac:spMk id="8" creationId="{34967AA8-7A02-1385-B5AB-557A116D60B7}"/>
          </ac:spMkLst>
        </pc:spChg>
        <pc:spChg chg="mod">
          <ac:chgData name="Maya Peled Muller" userId="66cf9da7-1769-422c-8f92-49bdc2c9724e" providerId="ADAL" clId="{ABD944BE-CC73-46DF-B629-B107E316B671}" dt="2024-08-25T07:54:48.063" v="693" actId="1076"/>
          <ac:spMkLst>
            <pc:docMk/>
            <pc:sldMk cId="2257940053" sldId="263"/>
            <ac:spMk id="9" creationId="{53959BA1-5D1A-E01E-F339-24631517F4D4}"/>
          </ac:spMkLst>
        </pc:spChg>
        <pc:spChg chg="mod">
          <ac:chgData name="Maya Peled Muller" userId="66cf9da7-1769-422c-8f92-49bdc2c9724e" providerId="ADAL" clId="{ABD944BE-CC73-46DF-B629-B107E316B671}" dt="2024-08-29T08:49:29.534" v="2167" actId="1038"/>
          <ac:spMkLst>
            <pc:docMk/>
            <pc:sldMk cId="2257940053" sldId="263"/>
            <ac:spMk id="11" creationId="{B50D3E1D-2DDC-0CCC-B037-E250244976B4}"/>
          </ac:spMkLst>
        </pc:spChg>
        <pc:spChg chg="mod">
          <ac:chgData name="Maya Peled Muller" userId="66cf9da7-1769-422c-8f92-49bdc2c9724e" providerId="ADAL" clId="{ABD944BE-CC73-46DF-B629-B107E316B671}" dt="2024-08-25T08:26:32.813" v="875" actId="1036"/>
          <ac:spMkLst>
            <pc:docMk/>
            <pc:sldMk cId="2257940053" sldId="263"/>
            <ac:spMk id="12" creationId="{1225A8DB-2388-E744-C885-CF9F6F58797B}"/>
          </ac:spMkLst>
        </pc:spChg>
        <pc:spChg chg="add mod">
          <ac:chgData name="Maya Peled Muller" userId="66cf9da7-1769-422c-8f92-49bdc2c9724e" providerId="ADAL" clId="{ABD944BE-CC73-46DF-B629-B107E316B671}" dt="2024-08-25T07:55:23.773" v="701" actId="1076"/>
          <ac:spMkLst>
            <pc:docMk/>
            <pc:sldMk cId="2257940053" sldId="263"/>
            <ac:spMk id="16" creationId="{DEF7EE7E-7CBD-C1AD-DD36-8C65945F2CDF}"/>
          </ac:spMkLst>
        </pc:spChg>
        <pc:spChg chg="add mod">
          <ac:chgData name="Maya Peled Muller" userId="66cf9da7-1769-422c-8f92-49bdc2c9724e" providerId="ADAL" clId="{ABD944BE-CC73-46DF-B629-B107E316B671}" dt="2024-08-25T07:54:21.915" v="690" actId="14100"/>
          <ac:spMkLst>
            <pc:docMk/>
            <pc:sldMk cId="2257940053" sldId="263"/>
            <ac:spMk id="18" creationId="{E0780AF8-9BA5-C1A2-307B-7AE1142EC2C4}"/>
          </ac:spMkLst>
        </pc:spChg>
        <pc:spChg chg="add mod">
          <ac:chgData name="Maya Peled Muller" userId="66cf9da7-1769-422c-8f92-49bdc2c9724e" providerId="ADAL" clId="{ABD944BE-CC73-46DF-B629-B107E316B671}" dt="2024-08-29T09:12:15.051" v="3020" actId="20578"/>
          <ac:spMkLst>
            <pc:docMk/>
            <pc:sldMk cId="2257940053" sldId="263"/>
            <ac:spMk id="19" creationId="{F84FF11B-3445-C2CC-2BD5-623268BF2BC3}"/>
          </ac:spMkLst>
        </pc:spChg>
        <pc:spChg chg="add mod">
          <ac:chgData name="Maya Peled Muller" userId="66cf9da7-1769-422c-8f92-49bdc2c9724e" providerId="ADAL" clId="{ABD944BE-CC73-46DF-B629-B107E316B671}" dt="2024-08-29T09:01:18.530" v="2201" actId="1038"/>
          <ac:spMkLst>
            <pc:docMk/>
            <pc:sldMk cId="2257940053" sldId="263"/>
            <ac:spMk id="20" creationId="{E3E95E76-9587-E89F-70FB-EA78BB2C022D}"/>
          </ac:spMkLst>
        </pc:spChg>
        <pc:spChg chg="add mod">
          <ac:chgData name="Maya Peled Muller" userId="66cf9da7-1769-422c-8f92-49bdc2c9724e" providerId="ADAL" clId="{ABD944BE-CC73-46DF-B629-B107E316B671}" dt="2024-08-25T08:24:47.682" v="831" actId="1076"/>
          <ac:spMkLst>
            <pc:docMk/>
            <pc:sldMk cId="2257940053" sldId="263"/>
            <ac:spMk id="21" creationId="{7BDC5E8F-36F5-E108-F792-072639A58F9D}"/>
          </ac:spMkLst>
        </pc:spChg>
        <pc:spChg chg="add mod">
          <ac:chgData name="Maya Peled Muller" userId="66cf9da7-1769-422c-8f92-49bdc2c9724e" providerId="ADAL" clId="{ABD944BE-CC73-46DF-B629-B107E316B671}" dt="2024-08-29T09:13:08.927" v="3024" actId="1036"/>
          <ac:spMkLst>
            <pc:docMk/>
            <pc:sldMk cId="2257940053" sldId="263"/>
            <ac:spMk id="22" creationId="{B15A4D07-5E83-7E6C-8270-0554D19698D5}"/>
          </ac:spMkLst>
        </pc:spChg>
        <pc:spChg chg="add mod">
          <ac:chgData name="Maya Peled Muller" userId="66cf9da7-1769-422c-8f92-49bdc2c9724e" providerId="ADAL" clId="{ABD944BE-CC73-46DF-B629-B107E316B671}" dt="2024-08-29T08:49:35.418" v="2183" actId="1038"/>
          <ac:spMkLst>
            <pc:docMk/>
            <pc:sldMk cId="2257940053" sldId="263"/>
            <ac:spMk id="28" creationId="{C92C1198-51DA-D235-B461-0D7539A59B8D}"/>
          </ac:spMkLst>
        </pc:spChg>
        <pc:picChg chg="add mod">
          <ac:chgData name="Maya Peled Muller" userId="66cf9da7-1769-422c-8f92-49bdc2c9724e" providerId="ADAL" clId="{ABD944BE-CC73-46DF-B629-B107E316B671}" dt="2024-08-25T07:56:31.843" v="806" actId="1076"/>
          <ac:picMkLst>
            <pc:docMk/>
            <pc:sldMk cId="2257940053" sldId="263"/>
            <ac:picMk id="3" creationId="{6F8038C8-FAFE-85DF-2452-6678BC93C800}"/>
          </ac:picMkLst>
        </pc:picChg>
        <pc:picChg chg="add del mod">
          <ac:chgData name="Maya Peled Muller" userId="66cf9da7-1769-422c-8f92-49bdc2c9724e" providerId="ADAL" clId="{ABD944BE-CC73-46DF-B629-B107E316B671}" dt="2024-08-25T08:27:44.517" v="891" actId="478"/>
          <ac:picMkLst>
            <pc:docMk/>
            <pc:sldMk cId="2257940053" sldId="263"/>
            <ac:picMk id="23" creationId="{30680224-38D0-7E86-CBA2-5C15B7C677F1}"/>
          </ac:picMkLst>
        </pc:picChg>
        <pc:picChg chg="add del mod">
          <ac:chgData name="Maya Peled Muller" userId="66cf9da7-1769-422c-8f92-49bdc2c9724e" providerId="ADAL" clId="{ABD944BE-CC73-46DF-B629-B107E316B671}" dt="2024-08-25T08:27:58.505" v="895" actId="478"/>
          <ac:picMkLst>
            <pc:docMk/>
            <pc:sldMk cId="2257940053" sldId="263"/>
            <ac:picMk id="24" creationId="{F299B968-C3DC-F1B6-E5BE-4AB4F50F6513}"/>
          </ac:picMkLst>
        </pc:picChg>
        <pc:picChg chg="add mod">
          <ac:chgData name="Maya Peled Muller" userId="66cf9da7-1769-422c-8f92-49bdc2c9724e" providerId="ADAL" clId="{ABD944BE-CC73-46DF-B629-B107E316B671}" dt="2024-08-29T09:06:47.426" v="2724" actId="1036"/>
          <ac:picMkLst>
            <pc:docMk/>
            <pc:sldMk cId="2257940053" sldId="263"/>
            <ac:picMk id="25" creationId="{DB0474F0-000A-5BC4-C69D-CA44689996CE}"/>
          </ac:picMkLst>
        </pc:picChg>
        <pc:picChg chg="add mod modCrop">
          <ac:chgData name="Maya Peled Muller" userId="66cf9da7-1769-422c-8f92-49bdc2c9724e" providerId="ADAL" clId="{ABD944BE-CC73-46DF-B629-B107E316B671}" dt="2024-08-29T09:09:27.382" v="2969" actId="1036"/>
          <ac:picMkLst>
            <pc:docMk/>
            <pc:sldMk cId="2257940053" sldId="263"/>
            <ac:picMk id="26" creationId="{FD333F4F-8726-0497-FA98-8F70C3065C53}"/>
          </ac:picMkLst>
        </pc:picChg>
        <pc:picChg chg="add mod">
          <ac:chgData name="Maya Peled Muller" userId="66cf9da7-1769-422c-8f92-49bdc2c9724e" providerId="ADAL" clId="{ABD944BE-CC73-46DF-B629-B107E316B671}" dt="2024-08-29T09:13:17.624" v="3026" actId="1036"/>
          <ac:picMkLst>
            <pc:docMk/>
            <pc:sldMk cId="2257940053" sldId="263"/>
            <ac:picMk id="27" creationId="{18DB2B74-1118-0067-2632-7D75EFA738C6}"/>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699981" y="8248329"/>
            <a:ext cx="30599777" cy="17546649"/>
          </a:xfrm>
        </p:spPr>
        <p:txBody>
          <a:bodyPr anchor="b"/>
          <a:lstStyle>
            <a:lvl1pPr algn="ctr">
              <a:defRPr sz="23622"/>
            </a:lvl1pPr>
          </a:lstStyle>
          <a:p>
            <a:r>
              <a:rPr lang="en-US"/>
              <a:t>Click to edit Master title style</a:t>
            </a:r>
          </a:p>
        </p:txBody>
      </p:sp>
      <p:sp>
        <p:nvSpPr>
          <p:cNvPr id="3" name="Subtitle 2"/>
          <p:cNvSpPr>
            <a:spLocks noGrp="1"/>
          </p:cNvSpPr>
          <p:nvPr>
            <p:ph type="subTitle" idx="1"/>
          </p:nvPr>
        </p:nvSpPr>
        <p:spPr>
          <a:xfrm>
            <a:off x="4499967" y="26471644"/>
            <a:ext cx="26999804" cy="12168318"/>
          </a:xfrm>
        </p:spPr>
        <p:txBody>
          <a:bodyPr/>
          <a:lstStyle>
            <a:lvl1pPr marL="0" indent="0" algn="ctr">
              <a:buNone/>
              <a:defRPr sz="9449"/>
            </a:lvl1pPr>
            <a:lvl2pPr marL="1799996" indent="0" algn="ctr">
              <a:buNone/>
              <a:defRPr sz="7874"/>
            </a:lvl2pPr>
            <a:lvl3pPr marL="3599993" indent="0" algn="ctr">
              <a:buNone/>
              <a:defRPr sz="7087"/>
            </a:lvl3pPr>
            <a:lvl4pPr marL="5399989" indent="0" algn="ctr">
              <a:buNone/>
              <a:defRPr sz="6299"/>
            </a:lvl4pPr>
            <a:lvl5pPr marL="7199986" indent="0" algn="ctr">
              <a:buNone/>
              <a:defRPr sz="6299"/>
            </a:lvl5pPr>
            <a:lvl6pPr marL="8999982" indent="0" algn="ctr">
              <a:buNone/>
              <a:defRPr sz="6299"/>
            </a:lvl6pPr>
            <a:lvl7pPr marL="10799978" indent="0" algn="ctr">
              <a:buNone/>
              <a:defRPr sz="6299"/>
            </a:lvl7pPr>
            <a:lvl8pPr marL="12599975" indent="0" algn="ctr">
              <a:buNone/>
              <a:defRPr sz="6299"/>
            </a:lvl8pPr>
            <a:lvl9pPr marL="14399971" indent="0" algn="ctr">
              <a:buNone/>
              <a:defRPr sz="6299"/>
            </a:lvl9pPr>
          </a:lstStyle>
          <a:p>
            <a:r>
              <a:rPr lang="en-US"/>
              <a:t>Click to edit Master subtitle style</a:t>
            </a:r>
          </a:p>
        </p:txBody>
      </p:sp>
      <p:sp>
        <p:nvSpPr>
          <p:cNvPr id="4" name="Date Placeholder 3"/>
          <p:cNvSpPr>
            <a:spLocks noGrp="1"/>
          </p:cNvSpPr>
          <p:nvPr>
            <p:ph type="dt" sz="half" idx="10"/>
          </p:nvPr>
        </p:nvSpPr>
        <p:spPr/>
        <p:txBody>
          <a:bodyPr/>
          <a:lstStyle/>
          <a:p>
            <a:fld id="{EF22DF71-B375-4E20-8B90-7CEF2D15EC22}" type="datetimeFigureOut">
              <a:rPr lang="en-IL" smtClean="0"/>
              <a:t>08/29/2024</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250656322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22DF71-B375-4E20-8B90-7CEF2D15EC22}" type="datetimeFigureOut">
              <a:rPr lang="en-IL" smtClean="0"/>
              <a:t>08/29/2024</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3700336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456234" y="12565002"/>
            <a:ext cx="31049774" cy="20964976"/>
          </a:xfrm>
        </p:spPr>
        <p:txBody>
          <a:bodyPr anchor="b"/>
          <a:lstStyle>
            <a:lvl1pPr>
              <a:defRPr sz="23622"/>
            </a:lvl1pPr>
          </a:lstStyle>
          <a:p>
            <a:r>
              <a:rPr lang="en-US"/>
              <a:t>Click to edit Master title style</a:t>
            </a:r>
          </a:p>
        </p:txBody>
      </p:sp>
      <p:sp>
        <p:nvSpPr>
          <p:cNvPr id="3" name="Text Placeholder 2"/>
          <p:cNvSpPr>
            <a:spLocks noGrp="1"/>
          </p:cNvSpPr>
          <p:nvPr>
            <p:ph type="body" idx="1"/>
          </p:nvPr>
        </p:nvSpPr>
        <p:spPr>
          <a:xfrm>
            <a:off x="2456234" y="33728315"/>
            <a:ext cx="31049774" cy="11024985"/>
          </a:xfrm>
        </p:spPr>
        <p:txBody>
          <a:bodyPr/>
          <a:lstStyle>
            <a:lvl1pPr marL="0" indent="0">
              <a:buNone/>
              <a:defRPr sz="9449">
                <a:solidFill>
                  <a:schemeClr val="tx1"/>
                </a:solidFill>
              </a:defRPr>
            </a:lvl1pPr>
            <a:lvl2pPr marL="1799996" indent="0">
              <a:buNone/>
              <a:defRPr sz="7874">
                <a:solidFill>
                  <a:schemeClr val="tx1">
                    <a:tint val="75000"/>
                  </a:schemeClr>
                </a:solidFill>
              </a:defRPr>
            </a:lvl2pPr>
            <a:lvl3pPr marL="3599993" indent="0">
              <a:buNone/>
              <a:defRPr sz="7087">
                <a:solidFill>
                  <a:schemeClr val="tx1">
                    <a:tint val="75000"/>
                  </a:schemeClr>
                </a:solidFill>
              </a:defRPr>
            </a:lvl3pPr>
            <a:lvl4pPr marL="5399989" indent="0">
              <a:buNone/>
              <a:defRPr sz="6299">
                <a:solidFill>
                  <a:schemeClr val="tx1">
                    <a:tint val="75000"/>
                  </a:schemeClr>
                </a:solidFill>
              </a:defRPr>
            </a:lvl4pPr>
            <a:lvl5pPr marL="7199986" indent="0">
              <a:buNone/>
              <a:defRPr sz="6299">
                <a:solidFill>
                  <a:schemeClr val="tx1">
                    <a:tint val="75000"/>
                  </a:schemeClr>
                </a:solidFill>
              </a:defRPr>
            </a:lvl5pPr>
            <a:lvl6pPr marL="8999982" indent="0">
              <a:buNone/>
              <a:defRPr sz="6299">
                <a:solidFill>
                  <a:schemeClr val="tx1">
                    <a:tint val="75000"/>
                  </a:schemeClr>
                </a:solidFill>
              </a:defRPr>
            </a:lvl6pPr>
            <a:lvl7pPr marL="10799978" indent="0">
              <a:buNone/>
              <a:defRPr sz="6299">
                <a:solidFill>
                  <a:schemeClr val="tx1">
                    <a:tint val="75000"/>
                  </a:schemeClr>
                </a:solidFill>
              </a:defRPr>
            </a:lvl7pPr>
            <a:lvl8pPr marL="12599975" indent="0">
              <a:buNone/>
              <a:defRPr sz="6299">
                <a:solidFill>
                  <a:schemeClr val="tx1">
                    <a:tint val="75000"/>
                  </a:schemeClr>
                </a:solidFill>
              </a:defRPr>
            </a:lvl8pPr>
            <a:lvl9pPr marL="14399971" indent="0">
              <a:buNone/>
              <a:defRPr sz="629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F22DF71-B375-4E20-8B90-7CEF2D15EC22}" type="datetimeFigureOut">
              <a:rPr lang="en-IL" smtClean="0"/>
              <a:t>08/29/2024</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3914687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474982" y="13416653"/>
            <a:ext cx="15299889" cy="319783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8224867" y="13416653"/>
            <a:ext cx="15299889" cy="3197830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F22DF71-B375-4E20-8B90-7CEF2D15EC22}" type="datetimeFigureOut">
              <a:rPr lang="en-IL" smtClean="0"/>
              <a:t>08/29/2024</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30656001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479671" y="2683342"/>
            <a:ext cx="31049774" cy="9741661"/>
          </a:xfrm>
        </p:spPr>
        <p:txBody>
          <a:bodyPr/>
          <a:lstStyle/>
          <a:p>
            <a:r>
              <a:rPr lang="en-US"/>
              <a:t>Click to edit Master title style</a:t>
            </a:r>
          </a:p>
        </p:txBody>
      </p:sp>
      <p:sp>
        <p:nvSpPr>
          <p:cNvPr id="3" name="Text Placeholder 2"/>
          <p:cNvSpPr>
            <a:spLocks noGrp="1"/>
          </p:cNvSpPr>
          <p:nvPr>
            <p:ph type="body" idx="1"/>
          </p:nvPr>
        </p:nvSpPr>
        <p:spPr>
          <a:xfrm>
            <a:off x="2479675" y="12354992"/>
            <a:ext cx="15229574" cy="6054990"/>
          </a:xfrm>
        </p:spPr>
        <p:txBody>
          <a:bodyPr anchor="b"/>
          <a:lstStyle>
            <a:lvl1pPr marL="0" indent="0">
              <a:buNone/>
              <a:defRPr sz="9449" b="1"/>
            </a:lvl1pPr>
            <a:lvl2pPr marL="1799996" indent="0">
              <a:buNone/>
              <a:defRPr sz="7874" b="1"/>
            </a:lvl2pPr>
            <a:lvl3pPr marL="3599993" indent="0">
              <a:buNone/>
              <a:defRPr sz="7087" b="1"/>
            </a:lvl3pPr>
            <a:lvl4pPr marL="5399989" indent="0">
              <a:buNone/>
              <a:defRPr sz="6299" b="1"/>
            </a:lvl4pPr>
            <a:lvl5pPr marL="7199986" indent="0">
              <a:buNone/>
              <a:defRPr sz="6299" b="1"/>
            </a:lvl5pPr>
            <a:lvl6pPr marL="8999982" indent="0">
              <a:buNone/>
              <a:defRPr sz="6299" b="1"/>
            </a:lvl6pPr>
            <a:lvl7pPr marL="10799978" indent="0">
              <a:buNone/>
              <a:defRPr sz="6299" b="1"/>
            </a:lvl7pPr>
            <a:lvl8pPr marL="12599975" indent="0">
              <a:buNone/>
              <a:defRPr sz="6299" b="1"/>
            </a:lvl8pPr>
            <a:lvl9pPr marL="14399971" indent="0">
              <a:buNone/>
              <a:defRPr sz="6299" b="1"/>
            </a:lvl9pPr>
          </a:lstStyle>
          <a:p>
            <a:pPr lvl="0"/>
            <a:r>
              <a:rPr lang="en-US"/>
              <a:t>Click to edit Master text styles</a:t>
            </a:r>
          </a:p>
        </p:txBody>
      </p:sp>
      <p:sp>
        <p:nvSpPr>
          <p:cNvPr id="4" name="Content Placeholder 3"/>
          <p:cNvSpPr>
            <a:spLocks noGrp="1"/>
          </p:cNvSpPr>
          <p:nvPr>
            <p:ph sz="half" idx="2"/>
          </p:nvPr>
        </p:nvSpPr>
        <p:spPr>
          <a:xfrm>
            <a:off x="2479675" y="18409982"/>
            <a:ext cx="15229574" cy="270783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8224869" y="12354992"/>
            <a:ext cx="15304578" cy="6054990"/>
          </a:xfrm>
        </p:spPr>
        <p:txBody>
          <a:bodyPr anchor="b"/>
          <a:lstStyle>
            <a:lvl1pPr marL="0" indent="0">
              <a:buNone/>
              <a:defRPr sz="9449" b="1"/>
            </a:lvl1pPr>
            <a:lvl2pPr marL="1799996" indent="0">
              <a:buNone/>
              <a:defRPr sz="7874" b="1"/>
            </a:lvl2pPr>
            <a:lvl3pPr marL="3599993" indent="0">
              <a:buNone/>
              <a:defRPr sz="7087" b="1"/>
            </a:lvl3pPr>
            <a:lvl4pPr marL="5399989" indent="0">
              <a:buNone/>
              <a:defRPr sz="6299" b="1"/>
            </a:lvl4pPr>
            <a:lvl5pPr marL="7199986" indent="0">
              <a:buNone/>
              <a:defRPr sz="6299" b="1"/>
            </a:lvl5pPr>
            <a:lvl6pPr marL="8999982" indent="0">
              <a:buNone/>
              <a:defRPr sz="6299" b="1"/>
            </a:lvl6pPr>
            <a:lvl7pPr marL="10799978" indent="0">
              <a:buNone/>
              <a:defRPr sz="6299" b="1"/>
            </a:lvl7pPr>
            <a:lvl8pPr marL="12599975" indent="0">
              <a:buNone/>
              <a:defRPr sz="6299" b="1"/>
            </a:lvl8pPr>
            <a:lvl9pPr marL="14399971" indent="0">
              <a:buNone/>
              <a:defRPr sz="6299" b="1"/>
            </a:lvl9pPr>
          </a:lstStyle>
          <a:p>
            <a:pPr lvl="0"/>
            <a:r>
              <a:rPr lang="en-US"/>
              <a:t>Click to edit Master text styles</a:t>
            </a:r>
          </a:p>
        </p:txBody>
      </p:sp>
      <p:sp>
        <p:nvSpPr>
          <p:cNvPr id="6" name="Content Placeholder 5"/>
          <p:cNvSpPr>
            <a:spLocks noGrp="1"/>
          </p:cNvSpPr>
          <p:nvPr>
            <p:ph sz="quarter" idx="4"/>
          </p:nvPr>
        </p:nvSpPr>
        <p:spPr>
          <a:xfrm>
            <a:off x="18224869" y="18409982"/>
            <a:ext cx="15304578" cy="270783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F22DF71-B375-4E20-8B90-7CEF2D15EC22}" type="datetimeFigureOut">
              <a:rPr lang="en-IL" smtClean="0"/>
              <a:t>08/29/2024</a:t>
            </a:fld>
            <a:endParaRPr lang="en-IL"/>
          </a:p>
        </p:txBody>
      </p:sp>
      <p:sp>
        <p:nvSpPr>
          <p:cNvPr id="8" name="Footer Placeholder 7"/>
          <p:cNvSpPr>
            <a:spLocks noGrp="1"/>
          </p:cNvSpPr>
          <p:nvPr>
            <p:ph type="ftr" sz="quarter" idx="11"/>
          </p:nvPr>
        </p:nvSpPr>
        <p:spPr/>
        <p:txBody>
          <a:bodyPr/>
          <a:lstStyle/>
          <a:p>
            <a:endParaRPr lang="en-IL"/>
          </a:p>
        </p:txBody>
      </p:sp>
      <p:sp>
        <p:nvSpPr>
          <p:cNvPr id="9" name="Slide Number Placeholder 8"/>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29823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F22DF71-B375-4E20-8B90-7CEF2D15EC22}" type="datetimeFigureOut">
              <a:rPr lang="en-IL" smtClean="0"/>
              <a:t>08/29/2024</a:t>
            </a:fld>
            <a:endParaRPr lang="en-IL"/>
          </a:p>
        </p:txBody>
      </p:sp>
      <p:sp>
        <p:nvSpPr>
          <p:cNvPr id="4" name="Footer Placeholder 3"/>
          <p:cNvSpPr>
            <a:spLocks noGrp="1"/>
          </p:cNvSpPr>
          <p:nvPr>
            <p:ph type="ftr" sz="quarter" idx="11"/>
          </p:nvPr>
        </p:nvSpPr>
        <p:spPr/>
        <p:txBody>
          <a:bodyPr/>
          <a:lstStyle/>
          <a:p>
            <a:endParaRPr lang="en-IL"/>
          </a:p>
        </p:txBody>
      </p:sp>
      <p:sp>
        <p:nvSpPr>
          <p:cNvPr id="5" name="Slide Number Placeholder 4"/>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27752317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F22DF71-B375-4E20-8B90-7CEF2D15EC22}" type="datetimeFigureOut">
              <a:rPr lang="en-IL" smtClean="0"/>
              <a:t>08/29/2024</a:t>
            </a:fld>
            <a:endParaRPr lang="en-IL"/>
          </a:p>
        </p:txBody>
      </p:sp>
      <p:sp>
        <p:nvSpPr>
          <p:cNvPr id="3" name="Footer Placeholder 2"/>
          <p:cNvSpPr>
            <a:spLocks noGrp="1"/>
          </p:cNvSpPr>
          <p:nvPr>
            <p:ph type="ftr" sz="quarter" idx="11"/>
          </p:nvPr>
        </p:nvSpPr>
        <p:spPr/>
        <p:txBody>
          <a:bodyPr/>
          <a:lstStyle/>
          <a:p>
            <a:endParaRPr lang="en-IL"/>
          </a:p>
        </p:txBody>
      </p:sp>
      <p:sp>
        <p:nvSpPr>
          <p:cNvPr id="4" name="Slide Number Placeholder 3"/>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2535363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79671" y="3359997"/>
            <a:ext cx="11610853" cy="11759988"/>
          </a:xfrm>
        </p:spPr>
        <p:txBody>
          <a:bodyPr anchor="b"/>
          <a:lstStyle>
            <a:lvl1pPr>
              <a:defRPr sz="12598"/>
            </a:lvl1pPr>
          </a:lstStyle>
          <a:p>
            <a:r>
              <a:rPr lang="en-US"/>
              <a:t>Click to edit Master title style</a:t>
            </a:r>
          </a:p>
        </p:txBody>
      </p:sp>
      <p:sp>
        <p:nvSpPr>
          <p:cNvPr id="3" name="Content Placeholder 2"/>
          <p:cNvSpPr>
            <a:spLocks noGrp="1"/>
          </p:cNvSpPr>
          <p:nvPr>
            <p:ph idx="1"/>
          </p:nvPr>
        </p:nvSpPr>
        <p:spPr>
          <a:xfrm>
            <a:off x="15304578" y="7256671"/>
            <a:ext cx="18224867" cy="35816631"/>
          </a:xfrm>
        </p:spPr>
        <p:txBody>
          <a:bodyPr/>
          <a:lstStyle>
            <a:lvl1pPr>
              <a:defRPr sz="12598"/>
            </a:lvl1pPr>
            <a:lvl2pPr>
              <a:defRPr sz="11024"/>
            </a:lvl2pPr>
            <a:lvl3pPr>
              <a:defRPr sz="9449"/>
            </a:lvl3pPr>
            <a:lvl4pPr>
              <a:defRPr sz="7874"/>
            </a:lvl4pPr>
            <a:lvl5pPr>
              <a:defRPr sz="7874"/>
            </a:lvl5pPr>
            <a:lvl6pPr>
              <a:defRPr sz="7874"/>
            </a:lvl6pPr>
            <a:lvl7pPr>
              <a:defRPr sz="7874"/>
            </a:lvl7pPr>
            <a:lvl8pPr>
              <a:defRPr sz="7874"/>
            </a:lvl8pPr>
            <a:lvl9pPr>
              <a:defRPr sz="7874"/>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479671" y="15119985"/>
            <a:ext cx="11610853" cy="28011643"/>
          </a:xfrm>
        </p:spPr>
        <p:txBody>
          <a:bodyPr/>
          <a:lstStyle>
            <a:lvl1pPr marL="0" indent="0">
              <a:buNone/>
              <a:defRPr sz="6299"/>
            </a:lvl1pPr>
            <a:lvl2pPr marL="1799996" indent="0">
              <a:buNone/>
              <a:defRPr sz="5512"/>
            </a:lvl2pPr>
            <a:lvl3pPr marL="3599993" indent="0">
              <a:buNone/>
              <a:defRPr sz="4724"/>
            </a:lvl3pPr>
            <a:lvl4pPr marL="5399989" indent="0">
              <a:buNone/>
              <a:defRPr sz="3937"/>
            </a:lvl4pPr>
            <a:lvl5pPr marL="7199986" indent="0">
              <a:buNone/>
              <a:defRPr sz="3937"/>
            </a:lvl5pPr>
            <a:lvl6pPr marL="8999982" indent="0">
              <a:buNone/>
              <a:defRPr sz="3937"/>
            </a:lvl6pPr>
            <a:lvl7pPr marL="10799978" indent="0">
              <a:buNone/>
              <a:defRPr sz="3937"/>
            </a:lvl7pPr>
            <a:lvl8pPr marL="12599975" indent="0">
              <a:buNone/>
              <a:defRPr sz="3937"/>
            </a:lvl8pPr>
            <a:lvl9pPr marL="14399971" indent="0">
              <a:buNone/>
              <a:defRPr sz="3937"/>
            </a:lvl9pPr>
          </a:lstStyle>
          <a:p>
            <a:pPr lvl="0"/>
            <a:r>
              <a:rPr lang="en-US"/>
              <a:t>Click to edit Master text styles</a:t>
            </a:r>
          </a:p>
        </p:txBody>
      </p:sp>
      <p:sp>
        <p:nvSpPr>
          <p:cNvPr id="5" name="Date Placeholder 4"/>
          <p:cNvSpPr>
            <a:spLocks noGrp="1"/>
          </p:cNvSpPr>
          <p:nvPr>
            <p:ph type="dt" sz="half" idx="10"/>
          </p:nvPr>
        </p:nvSpPr>
        <p:spPr/>
        <p:txBody>
          <a:bodyPr/>
          <a:lstStyle/>
          <a:p>
            <a:fld id="{EF22DF71-B375-4E20-8B90-7CEF2D15EC22}" type="datetimeFigureOut">
              <a:rPr lang="en-IL" smtClean="0"/>
              <a:t>08/29/2024</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3117449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479671" y="3359997"/>
            <a:ext cx="11610853" cy="11759988"/>
          </a:xfrm>
        </p:spPr>
        <p:txBody>
          <a:bodyPr anchor="b"/>
          <a:lstStyle>
            <a:lvl1pPr>
              <a:defRPr sz="12598"/>
            </a:lvl1pPr>
          </a:lstStyle>
          <a:p>
            <a:r>
              <a:rPr lang="en-US"/>
              <a:t>Click to edit Master title style</a:t>
            </a:r>
          </a:p>
        </p:txBody>
      </p:sp>
      <p:sp>
        <p:nvSpPr>
          <p:cNvPr id="3" name="Picture Placeholder 2"/>
          <p:cNvSpPr>
            <a:spLocks noGrp="1" noChangeAspect="1"/>
          </p:cNvSpPr>
          <p:nvPr>
            <p:ph type="pic" idx="1"/>
          </p:nvPr>
        </p:nvSpPr>
        <p:spPr>
          <a:xfrm>
            <a:off x="15304578" y="7256671"/>
            <a:ext cx="18224867" cy="35816631"/>
          </a:xfrm>
        </p:spPr>
        <p:txBody>
          <a:bodyPr anchor="t"/>
          <a:lstStyle>
            <a:lvl1pPr marL="0" indent="0">
              <a:buNone/>
              <a:defRPr sz="12598"/>
            </a:lvl1pPr>
            <a:lvl2pPr marL="1799996" indent="0">
              <a:buNone/>
              <a:defRPr sz="11024"/>
            </a:lvl2pPr>
            <a:lvl3pPr marL="3599993" indent="0">
              <a:buNone/>
              <a:defRPr sz="9449"/>
            </a:lvl3pPr>
            <a:lvl4pPr marL="5399989" indent="0">
              <a:buNone/>
              <a:defRPr sz="7874"/>
            </a:lvl4pPr>
            <a:lvl5pPr marL="7199986" indent="0">
              <a:buNone/>
              <a:defRPr sz="7874"/>
            </a:lvl5pPr>
            <a:lvl6pPr marL="8999982" indent="0">
              <a:buNone/>
              <a:defRPr sz="7874"/>
            </a:lvl6pPr>
            <a:lvl7pPr marL="10799978" indent="0">
              <a:buNone/>
              <a:defRPr sz="7874"/>
            </a:lvl7pPr>
            <a:lvl8pPr marL="12599975" indent="0">
              <a:buNone/>
              <a:defRPr sz="7874"/>
            </a:lvl8pPr>
            <a:lvl9pPr marL="14399971" indent="0">
              <a:buNone/>
              <a:defRPr sz="7874"/>
            </a:lvl9pPr>
          </a:lstStyle>
          <a:p>
            <a:r>
              <a:rPr lang="en-US"/>
              <a:t>Click icon to add picture</a:t>
            </a:r>
          </a:p>
        </p:txBody>
      </p:sp>
      <p:sp>
        <p:nvSpPr>
          <p:cNvPr id="4" name="Text Placeholder 3"/>
          <p:cNvSpPr>
            <a:spLocks noGrp="1"/>
          </p:cNvSpPr>
          <p:nvPr>
            <p:ph type="body" sz="half" idx="2"/>
          </p:nvPr>
        </p:nvSpPr>
        <p:spPr>
          <a:xfrm>
            <a:off x="2479671" y="15119985"/>
            <a:ext cx="11610853" cy="28011643"/>
          </a:xfrm>
        </p:spPr>
        <p:txBody>
          <a:bodyPr/>
          <a:lstStyle>
            <a:lvl1pPr marL="0" indent="0">
              <a:buNone/>
              <a:defRPr sz="6299"/>
            </a:lvl1pPr>
            <a:lvl2pPr marL="1799996" indent="0">
              <a:buNone/>
              <a:defRPr sz="5512"/>
            </a:lvl2pPr>
            <a:lvl3pPr marL="3599993" indent="0">
              <a:buNone/>
              <a:defRPr sz="4724"/>
            </a:lvl3pPr>
            <a:lvl4pPr marL="5399989" indent="0">
              <a:buNone/>
              <a:defRPr sz="3937"/>
            </a:lvl4pPr>
            <a:lvl5pPr marL="7199986" indent="0">
              <a:buNone/>
              <a:defRPr sz="3937"/>
            </a:lvl5pPr>
            <a:lvl6pPr marL="8999982" indent="0">
              <a:buNone/>
              <a:defRPr sz="3937"/>
            </a:lvl6pPr>
            <a:lvl7pPr marL="10799978" indent="0">
              <a:buNone/>
              <a:defRPr sz="3937"/>
            </a:lvl7pPr>
            <a:lvl8pPr marL="12599975" indent="0">
              <a:buNone/>
              <a:defRPr sz="3937"/>
            </a:lvl8pPr>
            <a:lvl9pPr marL="14399971" indent="0">
              <a:buNone/>
              <a:defRPr sz="3937"/>
            </a:lvl9pPr>
          </a:lstStyle>
          <a:p>
            <a:pPr lvl="0"/>
            <a:r>
              <a:rPr lang="en-US"/>
              <a:t>Click to edit Master text styles</a:t>
            </a:r>
          </a:p>
        </p:txBody>
      </p:sp>
      <p:sp>
        <p:nvSpPr>
          <p:cNvPr id="5" name="Date Placeholder 4"/>
          <p:cNvSpPr>
            <a:spLocks noGrp="1"/>
          </p:cNvSpPr>
          <p:nvPr>
            <p:ph type="dt" sz="half" idx="10"/>
          </p:nvPr>
        </p:nvSpPr>
        <p:spPr/>
        <p:txBody>
          <a:bodyPr/>
          <a:lstStyle/>
          <a:p>
            <a:fld id="{EF22DF71-B375-4E20-8B90-7CEF2D15EC22}" type="datetimeFigureOut">
              <a:rPr lang="en-IL" smtClean="0"/>
              <a:t>08/29/2024</a:t>
            </a:fld>
            <a:endParaRPr lang="en-IL"/>
          </a:p>
        </p:txBody>
      </p:sp>
      <p:sp>
        <p:nvSpPr>
          <p:cNvPr id="6" name="Footer Placeholder 5"/>
          <p:cNvSpPr>
            <a:spLocks noGrp="1"/>
          </p:cNvSpPr>
          <p:nvPr>
            <p:ph type="ftr" sz="quarter" idx="11"/>
          </p:nvPr>
        </p:nvSpPr>
        <p:spPr/>
        <p:txBody>
          <a:bodyPr/>
          <a:lstStyle/>
          <a:p>
            <a:endParaRPr lang="en-IL"/>
          </a:p>
        </p:txBody>
      </p:sp>
      <p:sp>
        <p:nvSpPr>
          <p:cNvPr id="7" name="Slide Number Placeholder 6"/>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4178602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22DF71-B375-4E20-8B90-7CEF2D15EC22}" type="datetimeFigureOut">
              <a:rPr lang="en-IL" smtClean="0"/>
              <a:t>08/29/2024</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17888655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5762314" y="2683331"/>
            <a:ext cx="7762444" cy="4271162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474984" y="2683331"/>
            <a:ext cx="22837334" cy="4271162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F22DF71-B375-4E20-8B90-7CEF2D15EC22}" type="datetimeFigureOut">
              <a:rPr lang="en-IL" smtClean="0"/>
              <a:t>08/29/2024</a:t>
            </a:fld>
            <a:endParaRPr lang="en-IL"/>
          </a:p>
        </p:txBody>
      </p:sp>
      <p:sp>
        <p:nvSpPr>
          <p:cNvPr id="5" name="Footer Placeholder 4"/>
          <p:cNvSpPr>
            <a:spLocks noGrp="1"/>
          </p:cNvSpPr>
          <p:nvPr>
            <p:ph type="ftr" sz="quarter" idx="11"/>
          </p:nvPr>
        </p:nvSpPr>
        <p:spPr/>
        <p:txBody>
          <a:bodyPr/>
          <a:lstStyle/>
          <a:p>
            <a:endParaRPr lang="en-IL"/>
          </a:p>
        </p:txBody>
      </p:sp>
      <p:sp>
        <p:nvSpPr>
          <p:cNvPr id="6" name="Slide Number Placeholder 5"/>
          <p:cNvSpPr>
            <a:spLocks noGrp="1"/>
          </p:cNvSpPr>
          <p:nvPr>
            <p:ph type="sldNum" sz="quarter" idx="12"/>
          </p:nvPr>
        </p:nvSpPr>
        <p:spPr/>
        <p:txBody>
          <a:bodyPr/>
          <a:lstStyle/>
          <a:p>
            <a:fld id="{93C94DB7-B02B-4A67-98E8-485AEA560B41}" type="slidenum">
              <a:rPr lang="en-IL" smtClean="0"/>
              <a:t>‹#›</a:t>
            </a:fld>
            <a:endParaRPr lang="en-IL"/>
          </a:p>
        </p:txBody>
      </p:sp>
    </p:spTree>
    <p:extLst>
      <p:ext uri="{BB962C8B-B14F-4D97-AF65-F5344CB8AC3E}">
        <p14:creationId xmlns:p14="http://schemas.microsoft.com/office/powerpoint/2010/main" val="29646832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474982" y="2683342"/>
            <a:ext cx="31049774" cy="974166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474982" y="13416653"/>
            <a:ext cx="31049774" cy="3197830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474982" y="46713298"/>
            <a:ext cx="8099941" cy="2683331"/>
          </a:xfrm>
          <a:prstGeom prst="rect">
            <a:avLst/>
          </a:prstGeom>
        </p:spPr>
        <p:txBody>
          <a:bodyPr vert="horz" lIns="91440" tIns="45720" rIns="91440" bIns="45720" rtlCol="0" anchor="ctr"/>
          <a:lstStyle>
            <a:lvl1pPr algn="l">
              <a:defRPr sz="4724">
                <a:solidFill>
                  <a:schemeClr val="tx1">
                    <a:tint val="75000"/>
                  </a:schemeClr>
                </a:solidFill>
              </a:defRPr>
            </a:lvl1pPr>
          </a:lstStyle>
          <a:p>
            <a:fld id="{EF22DF71-B375-4E20-8B90-7CEF2D15EC22}" type="datetimeFigureOut">
              <a:rPr lang="en-IL" smtClean="0"/>
              <a:t>08/29/2024</a:t>
            </a:fld>
            <a:endParaRPr lang="en-IL"/>
          </a:p>
        </p:txBody>
      </p:sp>
      <p:sp>
        <p:nvSpPr>
          <p:cNvPr id="5" name="Footer Placeholder 4"/>
          <p:cNvSpPr>
            <a:spLocks noGrp="1"/>
          </p:cNvSpPr>
          <p:nvPr>
            <p:ph type="ftr" sz="quarter" idx="3"/>
          </p:nvPr>
        </p:nvSpPr>
        <p:spPr>
          <a:xfrm>
            <a:off x="11924913" y="46713298"/>
            <a:ext cx="12149912" cy="2683331"/>
          </a:xfrm>
          <a:prstGeom prst="rect">
            <a:avLst/>
          </a:prstGeom>
        </p:spPr>
        <p:txBody>
          <a:bodyPr vert="horz" lIns="91440" tIns="45720" rIns="91440" bIns="45720" rtlCol="0" anchor="ctr"/>
          <a:lstStyle>
            <a:lvl1pPr algn="ctr">
              <a:defRPr sz="4724">
                <a:solidFill>
                  <a:schemeClr val="tx1">
                    <a:tint val="75000"/>
                  </a:schemeClr>
                </a:solidFill>
              </a:defRPr>
            </a:lvl1pPr>
          </a:lstStyle>
          <a:p>
            <a:endParaRPr lang="en-IL"/>
          </a:p>
        </p:txBody>
      </p:sp>
      <p:sp>
        <p:nvSpPr>
          <p:cNvPr id="6" name="Slide Number Placeholder 5"/>
          <p:cNvSpPr>
            <a:spLocks noGrp="1"/>
          </p:cNvSpPr>
          <p:nvPr>
            <p:ph type="sldNum" sz="quarter" idx="4"/>
          </p:nvPr>
        </p:nvSpPr>
        <p:spPr>
          <a:xfrm>
            <a:off x="25424815" y="46713298"/>
            <a:ext cx="8099941" cy="2683331"/>
          </a:xfrm>
          <a:prstGeom prst="rect">
            <a:avLst/>
          </a:prstGeom>
        </p:spPr>
        <p:txBody>
          <a:bodyPr vert="horz" lIns="91440" tIns="45720" rIns="91440" bIns="45720" rtlCol="0" anchor="ctr"/>
          <a:lstStyle>
            <a:lvl1pPr algn="r">
              <a:defRPr sz="4724">
                <a:solidFill>
                  <a:schemeClr val="tx1">
                    <a:tint val="75000"/>
                  </a:schemeClr>
                </a:solidFill>
              </a:defRPr>
            </a:lvl1pPr>
          </a:lstStyle>
          <a:p>
            <a:fld id="{93C94DB7-B02B-4A67-98E8-485AEA560B41}" type="slidenum">
              <a:rPr lang="en-IL" smtClean="0"/>
              <a:t>‹#›</a:t>
            </a:fld>
            <a:endParaRPr lang="en-IL"/>
          </a:p>
        </p:txBody>
      </p:sp>
    </p:spTree>
    <p:extLst>
      <p:ext uri="{BB962C8B-B14F-4D97-AF65-F5344CB8AC3E}">
        <p14:creationId xmlns:p14="http://schemas.microsoft.com/office/powerpoint/2010/main" val="39395044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599993" rtl="0" eaLnBrk="1" latinLnBrk="0" hangingPunct="1">
        <a:lnSpc>
          <a:spcPct val="90000"/>
        </a:lnSpc>
        <a:spcBef>
          <a:spcPct val="0"/>
        </a:spcBef>
        <a:buNone/>
        <a:defRPr sz="17323" kern="1200">
          <a:solidFill>
            <a:schemeClr val="tx1"/>
          </a:solidFill>
          <a:latin typeface="+mj-lt"/>
          <a:ea typeface="+mj-ea"/>
          <a:cs typeface="+mj-cs"/>
        </a:defRPr>
      </a:lvl1pPr>
    </p:titleStyle>
    <p:bodyStyle>
      <a:lvl1pPr marL="899998" indent="-899998" algn="l" defTabSz="3599993" rtl="0" eaLnBrk="1" latinLnBrk="0" hangingPunct="1">
        <a:lnSpc>
          <a:spcPct val="90000"/>
        </a:lnSpc>
        <a:spcBef>
          <a:spcPts val="3937"/>
        </a:spcBef>
        <a:buFont typeface="Arial" panose="020B0604020202020204" pitchFamily="34" charset="0"/>
        <a:buChar char="•"/>
        <a:defRPr sz="11024" kern="1200">
          <a:solidFill>
            <a:schemeClr val="tx1"/>
          </a:solidFill>
          <a:latin typeface="+mn-lt"/>
          <a:ea typeface="+mn-ea"/>
          <a:cs typeface="+mn-cs"/>
        </a:defRPr>
      </a:lvl1pPr>
      <a:lvl2pPr marL="2699995" indent="-899998" algn="l" defTabSz="3599993" rtl="0" eaLnBrk="1" latinLnBrk="0" hangingPunct="1">
        <a:lnSpc>
          <a:spcPct val="90000"/>
        </a:lnSpc>
        <a:spcBef>
          <a:spcPts val="1968"/>
        </a:spcBef>
        <a:buFont typeface="Arial" panose="020B0604020202020204" pitchFamily="34" charset="0"/>
        <a:buChar char="•"/>
        <a:defRPr sz="9449" kern="1200">
          <a:solidFill>
            <a:schemeClr val="tx1"/>
          </a:solidFill>
          <a:latin typeface="+mn-lt"/>
          <a:ea typeface="+mn-ea"/>
          <a:cs typeface="+mn-cs"/>
        </a:defRPr>
      </a:lvl2pPr>
      <a:lvl3pPr marL="4499991" indent="-899998" algn="l" defTabSz="3599993" rtl="0" eaLnBrk="1" latinLnBrk="0" hangingPunct="1">
        <a:lnSpc>
          <a:spcPct val="90000"/>
        </a:lnSpc>
        <a:spcBef>
          <a:spcPts val="1968"/>
        </a:spcBef>
        <a:buFont typeface="Arial" panose="020B0604020202020204" pitchFamily="34" charset="0"/>
        <a:buChar char="•"/>
        <a:defRPr sz="7874" kern="1200">
          <a:solidFill>
            <a:schemeClr val="tx1"/>
          </a:solidFill>
          <a:latin typeface="+mn-lt"/>
          <a:ea typeface="+mn-ea"/>
          <a:cs typeface="+mn-cs"/>
        </a:defRPr>
      </a:lvl3pPr>
      <a:lvl4pPr marL="6299987" indent="-899998" algn="l" defTabSz="3599993" rtl="0"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4pPr>
      <a:lvl5pPr marL="8099984" indent="-899998" algn="l" defTabSz="3599993" rtl="0"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5pPr>
      <a:lvl6pPr marL="9899980" indent="-899998" algn="l" defTabSz="3599993" rtl="0"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6pPr>
      <a:lvl7pPr marL="11699977" indent="-899998" algn="l" defTabSz="3599993" rtl="0"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7pPr>
      <a:lvl8pPr marL="13499973" indent="-899998" algn="l" defTabSz="3599993" rtl="0"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8pPr>
      <a:lvl9pPr marL="15299969" indent="-899998" algn="l" defTabSz="3599993" rtl="0" eaLnBrk="1" latinLnBrk="0" hangingPunct="1">
        <a:lnSpc>
          <a:spcPct val="90000"/>
        </a:lnSpc>
        <a:spcBef>
          <a:spcPts val="1968"/>
        </a:spcBef>
        <a:buFont typeface="Arial" panose="020B0604020202020204" pitchFamily="34" charset="0"/>
        <a:buChar char="•"/>
        <a:defRPr sz="7087" kern="1200">
          <a:solidFill>
            <a:schemeClr val="tx1"/>
          </a:solidFill>
          <a:latin typeface="+mn-lt"/>
          <a:ea typeface="+mn-ea"/>
          <a:cs typeface="+mn-cs"/>
        </a:defRPr>
      </a:lvl9pPr>
    </p:bodyStyle>
    <p:otherStyle>
      <a:defPPr>
        <a:defRPr lang="en-US"/>
      </a:defPPr>
      <a:lvl1pPr marL="0" algn="l" defTabSz="3599993" rtl="0" eaLnBrk="1" latinLnBrk="0" hangingPunct="1">
        <a:defRPr sz="7087" kern="1200">
          <a:solidFill>
            <a:schemeClr val="tx1"/>
          </a:solidFill>
          <a:latin typeface="+mn-lt"/>
          <a:ea typeface="+mn-ea"/>
          <a:cs typeface="+mn-cs"/>
        </a:defRPr>
      </a:lvl1pPr>
      <a:lvl2pPr marL="1799996" algn="l" defTabSz="3599993" rtl="0" eaLnBrk="1" latinLnBrk="0" hangingPunct="1">
        <a:defRPr sz="7087" kern="1200">
          <a:solidFill>
            <a:schemeClr val="tx1"/>
          </a:solidFill>
          <a:latin typeface="+mn-lt"/>
          <a:ea typeface="+mn-ea"/>
          <a:cs typeface="+mn-cs"/>
        </a:defRPr>
      </a:lvl2pPr>
      <a:lvl3pPr marL="3599993" algn="l" defTabSz="3599993" rtl="0" eaLnBrk="1" latinLnBrk="0" hangingPunct="1">
        <a:defRPr sz="7087" kern="1200">
          <a:solidFill>
            <a:schemeClr val="tx1"/>
          </a:solidFill>
          <a:latin typeface="+mn-lt"/>
          <a:ea typeface="+mn-ea"/>
          <a:cs typeface="+mn-cs"/>
        </a:defRPr>
      </a:lvl3pPr>
      <a:lvl4pPr marL="5399989" algn="l" defTabSz="3599993" rtl="0" eaLnBrk="1" latinLnBrk="0" hangingPunct="1">
        <a:defRPr sz="7087" kern="1200">
          <a:solidFill>
            <a:schemeClr val="tx1"/>
          </a:solidFill>
          <a:latin typeface="+mn-lt"/>
          <a:ea typeface="+mn-ea"/>
          <a:cs typeface="+mn-cs"/>
        </a:defRPr>
      </a:lvl4pPr>
      <a:lvl5pPr marL="7199986" algn="l" defTabSz="3599993" rtl="0" eaLnBrk="1" latinLnBrk="0" hangingPunct="1">
        <a:defRPr sz="7087" kern="1200">
          <a:solidFill>
            <a:schemeClr val="tx1"/>
          </a:solidFill>
          <a:latin typeface="+mn-lt"/>
          <a:ea typeface="+mn-ea"/>
          <a:cs typeface="+mn-cs"/>
        </a:defRPr>
      </a:lvl5pPr>
      <a:lvl6pPr marL="8999982" algn="l" defTabSz="3599993" rtl="0" eaLnBrk="1" latinLnBrk="0" hangingPunct="1">
        <a:defRPr sz="7087" kern="1200">
          <a:solidFill>
            <a:schemeClr val="tx1"/>
          </a:solidFill>
          <a:latin typeface="+mn-lt"/>
          <a:ea typeface="+mn-ea"/>
          <a:cs typeface="+mn-cs"/>
        </a:defRPr>
      </a:lvl6pPr>
      <a:lvl7pPr marL="10799978" algn="l" defTabSz="3599993" rtl="0" eaLnBrk="1" latinLnBrk="0" hangingPunct="1">
        <a:defRPr sz="7087" kern="1200">
          <a:solidFill>
            <a:schemeClr val="tx1"/>
          </a:solidFill>
          <a:latin typeface="+mn-lt"/>
          <a:ea typeface="+mn-ea"/>
          <a:cs typeface="+mn-cs"/>
        </a:defRPr>
      </a:lvl7pPr>
      <a:lvl8pPr marL="12599975" algn="l" defTabSz="3599993" rtl="0" eaLnBrk="1" latinLnBrk="0" hangingPunct="1">
        <a:defRPr sz="7087" kern="1200">
          <a:solidFill>
            <a:schemeClr val="tx1"/>
          </a:solidFill>
          <a:latin typeface="+mn-lt"/>
          <a:ea typeface="+mn-ea"/>
          <a:cs typeface="+mn-cs"/>
        </a:defRPr>
      </a:lvl8pPr>
      <a:lvl9pPr marL="14399971" algn="l" defTabSz="3599993" rtl="0" eaLnBrk="1" latinLnBrk="0" hangingPunct="1">
        <a:defRPr sz="708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גרפיקה 16">
            <a:extLst>
              <a:ext uri="{FF2B5EF4-FFF2-40B4-BE49-F238E27FC236}">
                <a16:creationId xmlns:a16="http://schemas.microsoft.com/office/drawing/2014/main" id="{DE82D7F9-37E7-F220-596B-92FBF1AE1E3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1"/>
            <a:ext cx="35999738" cy="50399950"/>
          </a:xfrm>
          <a:prstGeom prst="rect">
            <a:avLst/>
          </a:prstGeom>
        </p:spPr>
      </p:pic>
      <p:sp>
        <p:nvSpPr>
          <p:cNvPr id="4" name="Rectangle 52">
            <a:extLst>
              <a:ext uri="{FF2B5EF4-FFF2-40B4-BE49-F238E27FC236}">
                <a16:creationId xmlns:a16="http://schemas.microsoft.com/office/drawing/2014/main" id="{224E8B5F-3968-809E-C51B-DAC01B4E1721}"/>
              </a:ext>
            </a:extLst>
          </p:cNvPr>
          <p:cNvSpPr>
            <a:spLocks/>
          </p:cNvSpPr>
          <p:nvPr/>
        </p:nvSpPr>
        <p:spPr>
          <a:xfrm>
            <a:off x="3095200" y="12554921"/>
            <a:ext cx="14772701" cy="27582426"/>
          </a:xfrm>
          <a:prstGeom prst="rect">
            <a:avLst/>
          </a:prstGeom>
          <a:solidFill>
            <a:schemeClr val="bg1"/>
          </a:solidFill>
          <a:ln w="984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t"/>
          <a:lstStyle/>
          <a:p>
            <a:pPr marL="432000" lvl="1" algn="r" defTabSz="4535488" rtl="1" eaLnBrk="1" hangingPunct="1">
              <a:lnSpc>
                <a:spcPct val="120000"/>
              </a:lnSpc>
              <a:spcBef>
                <a:spcPts val="600"/>
              </a:spcBef>
              <a:spcAft>
                <a:spcPts val="600"/>
              </a:spcAft>
              <a:buClr>
                <a:schemeClr val="tx1"/>
              </a:buClr>
              <a:buSzPct val="120000"/>
              <a:tabLst>
                <a:tab pos="444141" algn="l"/>
              </a:tabLst>
              <a:defRPr/>
            </a:pPr>
            <a:endParaRPr lang="he-IL" sz="3600">
              <a:solidFill>
                <a:srgbClr val="AAFD00"/>
              </a:solidFill>
              <a:latin typeface="Arial" panose="020B0604020202020204" pitchFamily="34" charset="0"/>
              <a:cs typeface="Arial" panose="020B0604020202020204" pitchFamily="34" charset="0"/>
            </a:endParaRPr>
          </a:p>
        </p:txBody>
      </p:sp>
      <p:sp>
        <p:nvSpPr>
          <p:cNvPr id="5" name="TextBox 11">
            <a:extLst>
              <a:ext uri="{FF2B5EF4-FFF2-40B4-BE49-F238E27FC236}">
                <a16:creationId xmlns:a16="http://schemas.microsoft.com/office/drawing/2014/main" id="{6041D15C-2D16-9337-056C-A3C729283146}"/>
              </a:ext>
            </a:extLst>
          </p:cNvPr>
          <p:cNvSpPr txBox="1">
            <a:spLocks noChangeArrowheads="1"/>
          </p:cNvSpPr>
          <p:nvPr/>
        </p:nvSpPr>
        <p:spPr bwMode="auto">
          <a:xfrm>
            <a:off x="18433438" y="12554925"/>
            <a:ext cx="14772701" cy="7864061"/>
          </a:xfrm>
          <a:prstGeom prst="rect">
            <a:avLst/>
          </a:prstGeom>
          <a:solidFill>
            <a:schemeClr val="bg1"/>
          </a:solidFill>
          <a:ln w="98425">
            <a:solidFill>
              <a:schemeClr val="tx1"/>
            </a:solidFill>
            <a:miter lim="800000"/>
            <a:headEnd/>
            <a:tailEnd/>
          </a:ln>
        </p:spPr>
        <p:txBody>
          <a:bodyPr wrap="square">
            <a:noAutofit/>
          </a:bodyPr>
          <a:lstStyle>
            <a:lvl1pPr>
              <a:defRPr sz="5700">
                <a:solidFill>
                  <a:schemeClr val="tx1"/>
                </a:solidFill>
                <a:latin typeface="Arial" panose="020B0604020202020204" pitchFamily="34" charset="0"/>
                <a:cs typeface="Arial" panose="020B0604020202020204" pitchFamily="34" charset="0"/>
              </a:defRPr>
            </a:lvl1pPr>
            <a:lvl2pPr marL="742950" indent="-285750">
              <a:defRPr sz="5700">
                <a:solidFill>
                  <a:schemeClr val="tx1"/>
                </a:solidFill>
                <a:latin typeface="Arial" panose="020B0604020202020204" pitchFamily="34" charset="0"/>
                <a:cs typeface="Arial" panose="020B0604020202020204" pitchFamily="34" charset="0"/>
              </a:defRPr>
            </a:lvl2pPr>
            <a:lvl3pPr marL="1143000" indent="-228600">
              <a:defRPr sz="5700">
                <a:solidFill>
                  <a:schemeClr val="tx1"/>
                </a:solidFill>
                <a:latin typeface="Arial" panose="020B0604020202020204" pitchFamily="34" charset="0"/>
                <a:cs typeface="Arial" panose="020B0604020202020204" pitchFamily="34" charset="0"/>
              </a:defRPr>
            </a:lvl3pPr>
            <a:lvl4pPr marL="1600200" indent="-228600">
              <a:defRPr sz="5700">
                <a:solidFill>
                  <a:schemeClr val="tx1"/>
                </a:solidFill>
                <a:latin typeface="Arial" panose="020B0604020202020204" pitchFamily="34" charset="0"/>
                <a:cs typeface="Arial" panose="020B0604020202020204" pitchFamily="34" charset="0"/>
              </a:defRPr>
            </a:lvl4pPr>
            <a:lvl5pPr marL="2057400" indent="-228600">
              <a:defRPr sz="5700">
                <a:solidFill>
                  <a:schemeClr val="tx1"/>
                </a:solidFill>
                <a:latin typeface="Arial" panose="020B0604020202020204" pitchFamily="34" charset="0"/>
                <a:cs typeface="Arial" panose="020B0604020202020204" pitchFamily="34" charset="0"/>
              </a:defRPr>
            </a:lvl5pPr>
            <a:lvl6pPr marL="25146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6pPr>
            <a:lvl7pPr marL="29718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7pPr>
            <a:lvl8pPr marL="34290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8pPr>
            <a:lvl9pPr marL="3886200" indent="-228600" algn="l" defTabSz="2879725" rtl="0" eaLnBrk="0" fontAlgn="base" hangingPunct="0">
              <a:spcBef>
                <a:spcPct val="0"/>
              </a:spcBef>
              <a:spcAft>
                <a:spcPct val="0"/>
              </a:spcAft>
              <a:defRPr sz="5700">
                <a:solidFill>
                  <a:schemeClr val="tx1"/>
                </a:solidFill>
                <a:latin typeface="Arial" panose="020B0604020202020204" pitchFamily="34" charset="0"/>
                <a:cs typeface="Arial" panose="020B0604020202020204" pitchFamily="34" charset="0"/>
              </a:defRPr>
            </a:lvl9pPr>
          </a:lstStyle>
          <a:p>
            <a:pPr marL="683895" indent="-274320" algn="r" rtl="1">
              <a:spcBef>
                <a:spcPts val="1200"/>
              </a:spcBef>
              <a:spcAft>
                <a:spcPts val="1200"/>
              </a:spcAft>
              <a:tabLst>
                <a:tab pos="226695" algn="l"/>
              </a:tabLst>
            </a:pPr>
            <a:endParaRPr lang="en-IL" sz="4000">
              <a:effectLst/>
              <a:latin typeface="Calibri" panose="020F0502020204030204" pitchFamily="34" charset="0"/>
              <a:ea typeface="Times New Roman" panose="02020603050405020304" pitchFamily="18" charset="0"/>
            </a:endParaRPr>
          </a:p>
        </p:txBody>
      </p:sp>
      <p:sp>
        <p:nvSpPr>
          <p:cNvPr id="6" name="TextBox 12">
            <a:extLst>
              <a:ext uri="{FF2B5EF4-FFF2-40B4-BE49-F238E27FC236}">
                <a16:creationId xmlns:a16="http://schemas.microsoft.com/office/drawing/2014/main" id="{6D1EB77B-6196-82B2-9D5A-D538F8CB098A}"/>
              </a:ext>
            </a:extLst>
          </p:cNvPr>
          <p:cNvSpPr txBox="1">
            <a:spLocks noChangeArrowheads="1"/>
          </p:cNvSpPr>
          <p:nvPr/>
        </p:nvSpPr>
        <p:spPr bwMode="auto">
          <a:xfrm>
            <a:off x="20555564" y="12062555"/>
            <a:ext cx="10267672" cy="923925"/>
          </a:xfrm>
          <a:prstGeom prst="rect">
            <a:avLst/>
          </a:prstGeom>
          <a:solidFill>
            <a:srgbClr val="19BE73"/>
          </a:solidFill>
          <a:ln>
            <a:noFill/>
          </a:ln>
        </p:spPr>
        <p:txBody>
          <a:bodyPr wrap="square">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1" eaLnBrk="1" hangingPunct="1"/>
            <a:r>
              <a:rPr lang="he-IL" altLang="he-IL" sz="5400" b="1">
                <a:solidFill>
                  <a:schemeClr val="bg1"/>
                </a:solidFill>
              </a:rPr>
              <a:t>1. רקע</a:t>
            </a:r>
          </a:p>
        </p:txBody>
      </p:sp>
      <p:sp>
        <p:nvSpPr>
          <p:cNvPr id="7" name="TextBox 5">
            <a:extLst>
              <a:ext uri="{FF2B5EF4-FFF2-40B4-BE49-F238E27FC236}">
                <a16:creationId xmlns:a16="http://schemas.microsoft.com/office/drawing/2014/main" id="{39A75354-68BC-8C28-A11E-1CAC117E30F3}"/>
              </a:ext>
            </a:extLst>
          </p:cNvPr>
          <p:cNvSpPr txBox="1"/>
          <p:nvPr/>
        </p:nvSpPr>
        <p:spPr>
          <a:xfrm>
            <a:off x="18433439" y="21379316"/>
            <a:ext cx="14772702" cy="3820660"/>
          </a:xfrm>
          <a:prstGeom prst="rect">
            <a:avLst/>
          </a:prstGeom>
          <a:solidFill>
            <a:schemeClr val="bg1"/>
          </a:solidFill>
          <a:ln w="98425">
            <a:solidFill>
              <a:schemeClr val="tx1"/>
            </a:solidFill>
            <a:miter lim="800000"/>
            <a:headEnd/>
            <a:tailEnd/>
          </a:ln>
        </p:spPr>
        <p:txBody>
          <a:bodyPr wrap="square">
            <a:noAutofit/>
          </a:bodyPr>
          <a:lstStyle>
            <a:defPPr>
              <a:defRPr lang="en-US"/>
            </a:defPPr>
            <a:lvl1pPr>
              <a:defRPr sz="5700">
                <a:latin typeface="Arial" panose="020B0604020202020204" pitchFamily="34" charset="0"/>
                <a:cs typeface="Arial" panose="020B0604020202020204" pitchFamily="34" charset="0"/>
              </a:defRPr>
            </a:lvl1pPr>
            <a:lvl2pPr marL="1003500" lvl="1" indent="-571500" algn="r" defTabSz="4535488" rtl="1">
              <a:lnSpc>
                <a:spcPct val="120000"/>
              </a:lnSpc>
              <a:spcBef>
                <a:spcPts val="600"/>
              </a:spcBef>
              <a:spcAft>
                <a:spcPts val="600"/>
              </a:spcAft>
              <a:buClr>
                <a:srgbClr val="00997B"/>
              </a:buClr>
              <a:buSzPct val="120000"/>
              <a:buFont typeface="Arial" panose="020B0604020202020204" pitchFamily="34" charset="0"/>
              <a:buChar char="•"/>
              <a:tabLst>
                <a:tab pos="444141" algn="l"/>
              </a:tabLst>
              <a:defRPr sz="3600" b="1">
                <a:solidFill>
                  <a:schemeClr val="bg1">
                    <a:lumMod val="50000"/>
                  </a:schemeClr>
                </a:solidFill>
                <a:latin typeface="Arial" panose="020B0604020202020204" pitchFamily="34" charset="0"/>
                <a:cs typeface="Arial" panose="020B0604020202020204" pitchFamily="34" charset="0"/>
              </a:defRPr>
            </a:lvl2pPr>
            <a:lvl3pPr marL="1143000" indent="-228600">
              <a:defRPr sz="5700">
                <a:latin typeface="Arial" panose="020B0604020202020204" pitchFamily="34" charset="0"/>
                <a:cs typeface="Arial" panose="020B0604020202020204" pitchFamily="34" charset="0"/>
              </a:defRPr>
            </a:lvl3pPr>
            <a:lvl4pPr marL="1600200" indent="-228600">
              <a:defRPr sz="5700">
                <a:latin typeface="Arial" panose="020B0604020202020204" pitchFamily="34" charset="0"/>
                <a:cs typeface="Arial" panose="020B0604020202020204" pitchFamily="34" charset="0"/>
              </a:defRPr>
            </a:lvl4pPr>
            <a:lvl5pPr marL="2057400" indent="-228600">
              <a:defRPr sz="5700">
                <a:latin typeface="Arial" panose="020B0604020202020204" pitchFamily="34" charset="0"/>
                <a:cs typeface="Arial" panose="020B0604020202020204" pitchFamily="34" charset="0"/>
              </a:defRPr>
            </a:lvl5pPr>
            <a:lvl6pPr marL="25146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6pPr>
            <a:lvl7pPr marL="29718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7pPr>
            <a:lvl8pPr marL="34290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8pPr>
            <a:lvl9pPr marL="3886200" indent="-228600" defTabSz="2879725" eaLnBrk="0" fontAlgn="base" hangingPunct="0">
              <a:spcBef>
                <a:spcPct val="0"/>
              </a:spcBef>
              <a:spcAft>
                <a:spcPct val="0"/>
              </a:spcAft>
              <a:defRPr sz="5700">
                <a:latin typeface="Arial" panose="020B0604020202020204" pitchFamily="34" charset="0"/>
                <a:cs typeface="Arial" panose="020B0604020202020204" pitchFamily="34" charset="0"/>
              </a:defRPr>
            </a:lvl9pPr>
          </a:lstStyle>
          <a:p>
            <a:pPr marL="683895" indent="-274320" algn="just" rtl="1">
              <a:spcBef>
                <a:spcPts val="1200"/>
              </a:spcBef>
              <a:spcAft>
                <a:spcPts val="1200"/>
              </a:spcAft>
              <a:tabLst>
                <a:tab pos="226695" algn="l"/>
              </a:tabLst>
            </a:pPr>
            <a:endParaRPr lang="he-IL" sz="4000">
              <a:effectLst/>
              <a:latin typeface="Calibri" panose="020F0502020204030204" pitchFamily="34" charset="0"/>
              <a:ea typeface="Times New Roman" panose="02020603050405020304" pitchFamily="18" charset="0"/>
            </a:endParaRPr>
          </a:p>
        </p:txBody>
      </p:sp>
      <p:sp>
        <p:nvSpPr>
          <p:cNvPr id="8" name="TextBox 6">
            <a:extLst>
              <a:ext uri="{FF2B5EF4-FFF2-40B4-BE49-F238E27FC236}">
                <a16:creationId xmlns:a16="http://schemas.microsoft.com/office/drawing/2014/main" id="{34967AA8-7A02-1385-B5AB-557A116D60B7}"/>
              </a:ext>
            </a:extLst>
          </p:cNvPr>
          <p:cNvSpPr txBox="1">
            <a:spLocks noChangeAspect="1"/>
          </p:cNvSpPr>
          <p:nvPr/>
        </p:nvSpPr>
        <p:spPr>
          <a:xfrm>
            <a:off x="18433438" y="26160306"/>
            <a:ext cx="14572069" cy="23517109"/>
          </a:xfrm>
          <a:prstGeom prst="rect">
            <a:avLst/>
          </a:prstGeom>
          <a:solidFill>
            <a:schemeClr val="bg1"/>
          </a:solidFill>
          <a:ln w="98425">
            <a:solidFill>
              <a:schemeClr val="tx1"/>
            </a:solidFill>
          </a:ln>
        </p:spPr>
        <p:txBody>
          <a:bodyPr wrap="square" rtlCol="1">
            <a:noAutofit/>
          </a:bodyPr>
          <a:lstStyle/>
          <a:p>
            <a:endParaRPr lang="he-IL" sz="4000"/>
          </a:p>
        </p:txBody>
      </p:sp>
      <p:sp>
        <p:nvSpPr>
          <p:cNvPr id="9" name="TextBox 25">
            <a:extLst>
              <a:ext uri="{FF2B5EF4-FFF2-40B4-BE49-F238E27FC236}">
                <a16:creationId xmlns:a16="http://schemas.microsoft.com/office/drawing/2014/main" id="{53959BA1-5D1A-E01E-F339-24631517F4D4}"/>
              </a:ext>
            </a:extLst>
          </p:cNvPr>
          <p:cNvSpPr txBox="1">
            <a:spLocks noChangeArrowheads="1"/>
          </p:cNvSpPr>
          <p:nvPr/>
        </p:nvSpPr>
        <p:spPr bwMode="auto">
          <a:xfrm>
            <a:off x="20536272" y="25698165"/>
            <a:ext cx="10267673" cy="923330"/>
          </a:xfrm>
          <a:prstGeom prst="rect">
            <a:avLst/>
          </a:prstGeom>
          <a:solidFill>
            <a:srgbClr val="19BE73"/>
          </a:solidFill>
          <a:ln>
            <a:noFill/>
          </a:ln>
        </p:spPr>
        <p:txBody>
          <a:bodyPr wrap="square">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1" eaLnBrk="1" hangingPunct="1"/>
            <a:r>
              <a:rPr lang="he-IL" altLang="he-IL" sz="5400" b="1">
                <a:solidFill>
                  <a:schemeClr val="bg1"/>
                </a:solidFill>
              </a:rPr>
              <a:t>3. שיטות</a:t>
            </a:r>
            <a:endParaRPr lang="en-US" altLang="he-IL" sz="5400" b="1">
              <a:solidFill>
                <a:schemeClr val="bg1"/>
              </a:solidFill>
            </a:endParaRPr>
          </a:p>
        </p:txBody>
      </p:sp>
      <p:sp>
        <p:nvSpPr>
          <p:cNvPr id="10" name="TextBox 27">
            <a:extLst>
              <a:ext uri="{FF2B5EF4-FFF2-40B4-BE49-F238E27FC236}">
                <a16:creationId xmlns:a16="http://schemas.microsoft.com/office/drawing/2014/main" id="{1B9565EC-C793-5D6A-AC43-51D01CC3C205}"/>
              </a:ext>
            </a:extLst>
          </p:cNvPr>
          <p:cNvSpPr txBox="1">
            <a:spLocks noChangeArrowheads="1"/>
          </p:cNvSpPr>
          <p:nvPr/>
        </p:nvSpPr>
        <p:spPr bwMode="auto">
          <a:xfrm>
            <a:off x="20555564" y="20881127"/>
            <a:ext cx="10267673" cy="923330"/>
          </a:xfrm>
          <a:prstGeom prst="rect">
            <a:avLst/>
          </a:prstGeom>
          <a:solidFill>
            <a:srgbClr val="19BE73"/>
          </a:solidFill>
          <a:ln>
            <a:noFill/>
          </a:ln>
        </p:spPr>
        <p:txBody>
          <a:bodyPr wrap="square">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1" eaLnBrk="1" hangingPunct="1"/>
            <a:r>
              <a:rPr lang="he-IL" altLang="he-IL" sz="5400" b="1">
                <a:solidFill>
                  <a:schemeClr val="bg1"/>
                </a:solidFill>
              </a:rPr>
              <a:t>2. מטרות</a:t>
            </a:r>
            <a:endParaRPr lang="he-IL" altLang="he-IL" sz="5400" b="1" strike="sngStrike">
              <a:solidFill>
                <a:schemeClr val="bg1"/>
              </a:solidFill>
            </a:endParaRPr>
          </a:p>
        </p:txBody>
      </p:sp>
      <p:sp>
        <p:nvSpPr>
          <p:cNvPr id="11" name="TextBox 10">
            <a:extLst>
              <a:ext uri="{FF2B5EF4-FFF2-40B4-BE49-F238E27FC236}">
                <a16:creationId xmlns:a16="http://schemas.microsoft.com/office/drawing/2014/main" id="{B50D3E1D-2DDC-0CCC-B037-E250244976B4}"/>
              </a:ext>
            </a:extLst>
          </p:cNvPr>
          <p:cNvSpPr txBox="1"/>
          <p:nvPr/>
        </p:nvSpPr>
        <p:spPr>
          <a:xfrm>
            <a:off x="3095200" y="41134574"/>
            <a:ext cx="14772701" cy="8542841"/>
          </a:xfrm>
          <a:prstGeom prst="rect">
            <a:avLst/>
          </a:prstGeom>
          <a:solidFill>
            <a:schemeClr val="bg1"/>
          </a:solidFill>
          <a:ln w="984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1" anchor="t"/>
          <a:lstStyle>
            <a:defPPr>
              <a:defRPr lang="en-US"/>
            </a:defPPr>
            <a:lvl1pPr>
              <a:defRPr>
                <a:solidFill>
                  <a:schemeClr val="lt1"/>
                </a:solidFill>
              </a:defRPr>
            </a:lvl1pPr>
            <a:lvl2pPr marL="1003500" lvl="1" indent="-571500" algn="r" defTabSz="4535488" rtl="1">
              <a:lnSpc>
                <a:spcPct val="120000"/>
              </a:lnSpc>
              <a:spcBef>
                <a:spcPts val="600"/>
              </a:spcBef>
              <a:spcAft>
                <a:spcPts val="600"/>
              </a:spcAft>
              <a:buClr>
                <a:srgbClr val="00997B"/>
              </a:buClr>
              <a:buSzPct val="120000"/>
              <a:buFont typeface="Arial" panose="020B0604020202020204" pitchFamily="34" charset="0"/>
              <a:buChar char="•"/>
              <a:tabLst>
                <a:tab pos="444141" algn="l"/>
              </a:tabLst>
              <a:defRPr sz="3600" b="1">
                <a:solidFill>
                  <a:schemeClr val="bg1">
                    <a:lumMod val="50000"/>
                  </a:schemeClr>
                </a:solidFill>
                <a:latin typeface="Arial" panose="020B0604020202020204" pitchFamily="34" charset="0"/>
                <a:cs typeface="Arial" panose="020B0604020202020204" pitchFamily="34" charset="0"/>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432000" lvl="1" indent="0">
              <a:buClr>
                <a:schemeClr val="tx1"/>
              </a:buClr>
              <a:buNone/>
            </a:pPr>
            <a:endParaRPr lang="he-IL" b="0">
              <a:solidFill>
                <a:srgbClr val="AAFD00"/>
              </a:solidFill>
            </a:endParaRPr>
          </a:p>
        </p:txBody>
      </p:sp>
      <p:sp>
        <p:nvSpPr>
          <p:cNvPr id="12" name="TextBox 50">
            <a:extLst>
              <a:ext uri="{FF2B5EF4-FFF2-40B4-BE49-F238E27FC236}">
                <a16:creationId xmlns:a16="http://schemas.microsoft.com/office/drawing/2014/main" id="{1225A8DB-2388-E744-C885-CF9F6F58797B}"/>
              </a:ext>
            </a:extLst>
          </p:cNvPr>
          <p:cNvSpPr txBox="1">
            <a:spLocks noChangeArrowheads="1"/>
          </p:cNvSpPr>
          <p:nvPr/>
        </p:nvSpPr>
        <p:spPr bwMode="auto">
          <a:xfrm>
            <a:off x="5277345" y="40601919"/>
            <a:ext cx="9674112" cy="923330"/>
          </a:xfrm>
          <a:prstGeom prst="rect">
            <a:avLst/>
          </a:prstGeom>
          <a:solidFill>
            <a:srgbClr val="19BE73"/>
          </a:solidFill>
          <a:ln>
            <a:noFill/>
          </a:ln>
        </p:spPr>
        <p:txBody>
          <a:bodyPr wrap="square">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1" eaLnBrk="1" hangingPunct="1"/>
            <a:r>
              <a:rPr lang="he-IL" altLang="he-IL" sz="5400" b="1">
                <a:solidFill>
                  <a:schemeClr val="bg1"/>
                </a:solidFill>
              </a:rPr>
              <a:t>5. סיכום ומסקנות</a:t>
            </a:r>
          </a:p>
        </p:txBody>
      </p:sp>
      <p:sp>
        <p:nvSpPr>
          <p:cNvPr id="13" name="TextBox 48">
            <a:extLst>
              <a:ext uri="{FF2B5EF4-FFF2-40B4-BE49-F238E27FC236}">
                <a16:creationId xmlns:a16="http://schemas.microsoft.com/office/drawing/2014/main" id="{342CA0EA-EFB0-E71D-9CF4-0E303CAEC298}"/>
              </a:ext>
            </a:extLst>
          </p:cNvPr>
          <p:cNvSpPr txBox="1">
            <a:spLocks noChangeArrowheads="1"/>
          </p:cNvSpPr>
          <p:nvPr/>
        </p:nvSpPr>
        <p:spPr bwMode="auto">
          <a:xfrm>
            <a:off x="5814658" y="12027093"/>
            <a:ext cx="8599487" cy="923925"/>
          </a:xfrm>
          <a:prstGeom prst="rect">
            <a:avLst/>
          </a:prstGeom>
          <a:solidFill>
            <a:srgbClr val="19BE73"/>
          </a:solidFill>
          <a:ln>
            <a:noFill/>
          </a:ln>
        </p:spPr>
        <p:txBody>
          <a:bodyPr>
            <a:spAutoFit/>
          </a:bodyPr>
          <a:lstStyle>
            <a:lvl1pPr>
              <a:defRPr sz="9400">
                <a:solidFill>
                  <a:schemeClr val="tx1"/>
                </a:solidFill>
                <a:latin typeface="Arial" panose="020B0604020202020204" pitchFamily="34" charset="0"/>
                <a:cs typeface="Arial" panose="020B0604020202020204" pitchFamily="34" charset="0"/>
              </a:defRPr>
            </a:lvl1pPr>
            <a:lvl2pPr marL="742950" indent="-285750">
              <a:defRPr sz="9400">
                <a:solidFill>
                  <a:schemeClr val="tx1"/>
                </a:solidFill>
                <a:latin typeface="Arial" panose="020B0604020202020204" pitchFamily="34" charset="0"/>
                <a:cs typeface="Arial" panose="020B0604020202020204" pitchFamily="34" charset="0"/>
              </a:defRPr>
            </a:lvl2pPr>
            <a:lvl3pPr marL="1143000" indent="-228600">
              <a:defRPr sz="9400">
                <a:solidFill>
                  <a:schemeClr val="tx1"/>
                </a:solidFill>
                <a:latin typeface="Arial" panose="020B0604020202020204" pitchFamily="34" charset="0"/>
                <a:cs typeface="Arial" panose="020B0604020202020204" pitchFamily="34" charset="0"/>
              </a:defRPr>
            </a:lvl3pPr>
            <a:lvl4pPr marL="1600200" indent="-228600">
              <a:defRPr sz="9400">
                <a:solidFill>
                  <a:schemeClr val="tx1"/>
                </a:solidFill>
                <a:latin typeface="Arial" panose="020B0604020202020204" pitchFamily="34" charset="0"/>
                <a:cs typeface="Arial" panose="020B0604020202020204" pitchFamily="34" charset="0"/>
              </a:defRPr>
            </a:lvl4pPr>
            <a:lvl5pPr marL="2057400" indent="-228600">
              <a:defRPr sz="9400">
                <a:solidFill>
                  <a:schemeClr val="tx1"/>
                </a:solidFill>
                <a:latin typeface="Arial" panose="020B0604020202020204" pitchFamily="34" charset="0"/>
                <a:cs typeface="Arial" panose="020B0604020202020204" pitchFamily="34" charset="0"/>
              </a:defRPr>
            </a:lvl5pPr>
            <a:lvl6pPr marL="25146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6pPr>
            <a:lvl7pPr marL="29718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7pPr>
            <a:lvl8pPr marL="34290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8pPr>
            <a:lvl9pPr marL="3886200" indent="-228600" algn="l" defTabSz="4775200" rtl="0" eaLnBrk="0" fontAlgn="base" hangingPunct="0">
              <a:spcBef>
                <a:spcPct val="0"/>
              </a:spcBef>
              <a:spcAft>
                <a:spcPct val="0"/>
              </a:spcAft>
              <a:defRPr sz="9400">
                <a:solidFill>
                  <a:schemeClr val="tx1"/>
                </a:solidFill>
                <a:latin typeface="Arial" panose="020B0604020202020204" pitchFamily="34" charset="0"/>
                <a:cs typeface="Arial" panose="020B0604020202020204" pitchFamily="34" charset="0"/>
              </a:defRPr>
            </a:lvl9pPr>
          </a:lstStyle>
          <a:p>
            <a:pPr algn="ctr" rtl="1" eaLnBrk="1" hangingPunct="1"/>
            <a:r>
              <a:rPr lang="he-IL" altLang="he-IL" sz="5400" b="1">
                <a:solidFill>
                  <a:schemeClr val="bg1"/>
                </a:solidFill>
              </a:rPr>
              <a:t>4. תוצאות</a:t>
            </a:r>
          </a:p>
        </p:txBody>
      </p:sp>
      <p:sp>
        <p:nvSpPr>
          <p:cNvPr id="14" name="Text Box 7">
            <a:extLst>
              <a:ext uri="{FF2B5EF4-FFF2-40B4-BE49-F238E27FC236}">
                <a16:creationId xmlns:a16="http://schemas.microsoft.com/office/drawing/2014/main" id="{59599906-5F66-CB36-8EE5-BC5471774BC4}"/>
              </a:ext>
            </a:extLst>
          </p:cNvPr>
          <p:cNvSpPr txBox="1">
            <a:spLocks noChangeArrowheads="1"/>
          </p:cNvSpPr>
          <p:nvPr/>
        </p:nvSpPr>
        <p:spPr bwMode="auto">
          <a:xfrm>
            <a:off x="2730294" y="8787725"/>
            <a:ext cx="30275213" cy="2769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2947" tIns="56473" rIns="112947" bIns="56473" anchor="ctr">
            <a:spAutoFit/>
          </a:bodyPr>
          <a:lstStyle>
            <a:lvl1pPr defTabSz="4319588">
              <a:defRPr>
                <a:solidFill>
                  <a:schemeClr val="tx1"/>
                </a:solidFill>
                <a:latin typeface="Arial" pitchFamily="34" charset="0"/>
                <a:cs typeface="Arial" pitchFamily="34" charset="0"/>
              </a:defRPr>
            </a:lvl1pPr>
            <a:lvl2pPr marL="742950" indent="-285750" defTabSz="4319588">
              <a:defRPr>
                <a:solidFill>
                  <a:schemeClr val="tx1"/>
                </a:solidFill>
                <a:latin typeface="Arial" pitchFamily="34" charset="0"/>
                <a:cs typeface="Arial" pitchFamily="34" charset="0"/>
              </a:defRPr>
            </a:lvl2pPr>
            <a:lvl3pPr marL="1143000" indent="-228600" defTabSz="4319588">
              <a:defRPr>
                <a:solidFill>
                  <a:schemeClr val="tx1"/>
                </a:solidFill>
                <a:latin typeface="Arial" pitchFamily="34" charset="0"/>
                <a:cs typeface="Arial" pitchFamily="34" charset="0"/>
              </a:defRPr>
            </a:lvl3pPr>
            <a:lvl4pPr marL="1600200" indent="-228600" defTabSz="4319588">
              <a:defRPr>
                <a:solidFill>
                  <a:schemeClr val="tx1"/>
                </a:solidFill>
                <a:latin typeface="Arial" pitchFamily="34" charset="0"/>
                <a:cs typeface="Arial" pitchFamily="34" charset="0"/>
              </a:defRPr>
            </a:lvl4pPr>
            <a:lvl5pPr marL="2057400" indent="-228600" defTabSz="4319588">
              <a:defRPr>
                <a:solidFill>
                  <a:schemeClr val="tx1"/>
                </a:solidFill>
                <a:latin typeface="Arial" pitchFamily="34" charset="0"/>
                <a:cs typeface="Arial" pitchFamily="34" charset="0"/>
              </a:defRPr>
            </a:lvl5pPr>
            <a:lvl6pPr marL="2514600" indent="-228600" algn="l" defTabSz="4319588" rtl="0" fontAlgn="base">
              <a:spcBef>
                <a:spcPct val="0"/>
              </a:spcBef>
              <a:spcAft>
                <a:spcPct val="0"/>
              </a:spcAft>
              <a:defRPr>
                <a:solidFill>
                  <a:schemeClr val="tx1"/>
                </a:solidFill>
                <a:latin typeface="Arial" pitchFamily="34" charset="0"/>
                <a:cs typeface="Arial" pitchFamily="34" charset="0"/>
              </a:defRPr>
            </a:lvl6pPr>
            <a:lvl7pPr marL="2971800" indent="-228600" algn="l" defTabSz="4319588" rtl="0" fontAlgn="base">
              <a:spcBef>
                <a:spcPct val="0"/>
              </a:spcBef>
              <a:spcAft>
                <a:spcPct val="0"/>
              </a:spcAft>
              <a:defRPr>
                <a:solidFill>
                  <a:schemeClr val="tx1"/>
                </a:solidFill>
                <a:latin typeface="Arial" pitchFamily="34" charset="0"/>
                <a:cs typeface="Arial" pitchFamily="34" charset="0"/>
              </a:defRPr>
            </a:lvl7pPr>
            <a:lvl8pPr marL="3429000" indent="-228600" algn="l" defTabSz="4319588" rtl="0" fontAlgn="base">
              <a:spcBef>
                <a:spcPct val="0"/>
              </a:spcBef>
              <a:spcAft>
                <a:spcPct val="0"/>
              </a:spcAft>
              <a:defRPr>
                <a:solidFill>
                  <a:schemeClr val="tx1"/>
                </a:solidFill>
                <a:latin typeface="Arial" pitchFamily="34" charset="0"/>
                <a:cs typeface="Arial" pitchFamily="34" charset="0"/>
              </a:defRPr>
            </a:lvl8pPr>
            <a:lvl9pPr marL="3886200" indent="-228600" algn="l" defTabSz="4319588" rtl="0" fontAlgn="base">
              <a:spcBef>
                <a:spcPct val="0"/>
              </a:spcBef>
              <a:spcAft>
                <a:spcPct val="0"/>
              </a:spcAft>
              <a:defRPr>
                <a:solidFill>
                  <a:schemeClr val="tx1"/>
                </a:solidFill>
                <a:latin typeface="Arial" pitchFamily="34" charset="0"/>
                <a:cs typeface="Arial" pitchFamily="34" charset="0"/>
              </a:defRPr>
            </a:lvl9pPr>
          </a:lstStyle>
          <a:p>
            <a:pPr algn="r" rtl="1">
              <a:lnSpc>
                <a:spcPct val="150000"/>
              </a:lnSpc>
            </a:pPr>
            <a:r>
              <a:rPr lang="he-IL" sz="4000" b="1">
                <a:solidFill>
                  <a:srgbClr val="19BE73"/>
                </a:solidFill>
              </a:rPr>
              <a:t>מאיה פלד מילר, נויה </a:t>
            </a:r>
            <a:r>
              <a:rPr lang="he-IL" sz="4000" b="1" err="1">
                <a:solidFill>
                  <a:srgbClr val="19BE73"/>
                </a:solidFill>
              </a:rPr>
              <a:t>ליטב</a:t>
            </a:r>
            <a:r>
              <a:rPr lang="he-IL" sz="4000" b="1">
                <a:solidFill>
                  <a:srgbClr val="19BE73"/>
                </a:solidFill>
              </a:rPr>
              <a:t>, נוי מאיר</a:t>
            </a:r>
          </a:p>
          <a:p>
            <a:pPr algn="r" rtl="1">
              <a:lnSpc>
                <a:spcPct val="150000"/>
              </a:lnSpc>
            </a:pPr>
            <a:r>
              <a:rPr lang="he-IL" sz="4000" b="1">
                <a:solidFill>
                  <a:srgbClr val="19BE73"/>
                </a:solidFill>
              </a:rPr>
              <a:t>מנחה: ד"ר איל זינגר</a:t>
            </a:r>
          </a:p>
          <a:p>
            <a:pPr algn="r" rtl="1">
              <a:lnSpc>
                <a:spcPct val="150000"/>
              </a:lnSpc>
            </a:pPr>
            <a:endParaRPr lang="he-IL" sz="4000" b="1">
              <a:solidFill>
                <a:srgbClr val="19BE73"/>
              </a:solidFill>
            </a:endParaRPr>
          </a:p>
        </p:txBody>
      </p:sp>
      <p:sp>
        <p:nvSpPr>
          <p:cNvPr id="15" name="Text Box 8">
            <a:extLst>
              <a:ext uri="{FF2B5EF4-FFF2-40B4-BE49-F238E27FC236}">
                <a16:creationId xmlns:a16="http://schemas.microsoft.com/office/drawing/2014/main" id="{C64A7ABF-A850-44E8-C5CD-6AC74631374A}"/>
              </a:ext>
            </a:extLst>
          </p:cNvPr>
          <p:cNvSpPr txBox="1">
            <a:spLocks noChangeArrowheads="1"/>
          </p:cNvSpPr>
          <p:nvPr/>
        </p:nvSpPr>
        <p:spPr bwMode="auto">
          <a:xfrm>
            <a:off x="7313527" y="7201651"/>
            <a:ext cx="25822275" cy="1129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12947" tIns="56473" rIns="112947" bIns="56473">
            <a:spAutoFit/>
          </a:bodyPr>
          <a:lstStyle>
            <a:lvl1pPr defTabSz="2878138">
              <a:defRPr>
                <a:solidFill>
                  <a:schemeClr val="tx1"/>
                </a:solidFill>
                <a:latin typeface="Arial" pitchFamily="34" charset="0"/>
                <a:cs typeface="Arial" pitchFamily="34" charset="0"/>
              </a:defRPr>
            </a:lvl1pPr>
            <a:lvl2pPr marL="742950" indent="-285750" defTabSz="2878138">
              <a:defRPr>
                <a:solidFill>
                  <a:schemeClr val="tx1"/>
                </a:solidFill>
                <a:latin typeface="Arial" pitchFamily="34" charset="0"/>
                <a:cs typeface="Arial" pitchFamily="34" charset="0"/>
              </a:defRPr>
            </a:lvl2pPr>
            <a:lvl3pPr marL="1143000" indent="-228600" defTabSz="2878138">
              <a:defRPr>
                <a:solidFill>
                  <a:schemeClr val="tx1"/>
                </a:solidFill>
                <a:latin typeface="Arial" pitchFamily="34" charset="0"/>
                <a:cs typeface="Arial" pitchFamily="34" charset="0"/>
              </a:defRPr>
            </a:lvl3pPr>
            <a:lvl4pPr marL="1600200" indent="-228600" defTabSz="2878138">
              <a:defRPr>
                <a:solidFill>
                  <a:schemeClr val="tx1"/>
                </a:solidFill>
                <a:latin typeface="Arial" pitchFamily="34" charset="0"/>
                <a:cs typeface="Arial" pitchFamily="34" charset="0"/>
              </a:defRPr>
            </a:lvl4pPr>
            <a:lvl5pPr marL="2057400" indent="-228600" defTabSz="2878138">
              <a:defRPr>
                <a:solidFill>
                  <a:schemeClr val="tx1"/>
                </a:solidFill>
                <a:latin typeface="Arial" pitchFamily="34" charset="0"/>
                <a:cs typeface="Arial" pitchFamily="34" charset="0"/>
              </a:defRPr>
            </a:lvl5pPr>
            <a:lvl6pPr marL="2514600" indent="-228600" algn="l" defTabSz="2878138" rtl="0" fontAlgn="base">
              <a:spcBef>
                <a:spcPct val="0"/>
              </a:spcBef>
              <a:spcAft>
                <a:spcPct val="0"/>
              </a:spcAft>
              <a:defRPr>
                <a:solidFill>
                  <a:schemeClr val="tx1"/>
                </a:solidFill>
                <a:latin typeface="Arial" pitchFamily="34" charset="0"/>
                <a:cs typeface="Arial" pitchFamily="34" charset="0"/>
              </a:defRPr>
            </a:lvl6pPr>
            <a:lvl7pPr marL="2971800" indent="-228600" algn="l" defTabSz="2878138" rtl="0" fontAlgn="base">
              <a:spcBef>
                <a:spcPct val="0"/>
              </a:spcBef>
              <a:spcAft>
                <a:spcPct val="0"/>
              </a:spcAft>
              <a:defRPr>
                <a:solidFill>
                  <a:schemeClr val="tx1"/>
                </a:solidFill>
                <a:latin typeface="Arial" pitchFamily="34" charset="0"/>
                <a:cs typeface="Arial" pitchFamily="34" charset="0"/>
              </a:defRPr>
            </a:lvl7pPr>
            <a:lvl8pPr marL="3429000" indent="-228600" algn="l" defTabSz="2878138" rtl="0" fontAlgn="base">
              <a:spcBef>
                <a:spcPct val="0"/>
              </a:spcBef>
              <a:spcAft>
                <a:spcPct val="0"/>
              </a:spcAft>
              <a:defRPr>
                <a:solidFill>
                  <a:schemeClr val="tx1"/>
                </a:solidFill>
                <a:latin typeface="Arial" pitchFamily="34" charset="0"/>
                <a:cs typeface="Arial" pitchFamily="34" charset="0"/>
              </a:defRPr>
            </a:lvl8pPr>
            <a:lvl9pPr marL="3886200" indent="-228600" algn="l" defTabSz="2878138" rtl="0" fontAlgn="base">
              <a:spcBef>
                <a:spcPct val="0"/>
              </a:spcBef>
              <a:spcAft>
                <a:spcPct val="0"/>
              </a:spcAft>
              <a:defRPr>
                <a:solidFill>
                  <a:schemeClr val="tx1"/>
                </a:solidFill>
                <a:latin typeface="Arial" pitchFamily="34" charset="0"/>
                <a:cs typeface="Arial" pitchFamily="34" charset="0"/>
              </a:defRPr>
            </a:lvl9pPr>
          </a:lstStyle>
          <a:p>
            <a:pPr algn="ctr" rtl="1"/>
            <a:r>
              <a:rPr lang="he-IL" sz="6600" b="1">
                <a:solidFill>
                  <a:srgbClr val="19BE73"/>
                </a:solidFill>
              </a:rPr>
              <a:t>מערכת המלצה לחיפוש חניה בחניונים</a:t>
            </a:r>
            <a:endParaRPr lang="en-US" sz="6600" b="1">
              <a:solidFill>
                <a:srgbClr val="19BE73"/>
              </a:solidFill>
            </a:endParaRPr>
          </a:p>
        </p:txBody>
      </p:sp>
      <p:pic>
        <p:nvPicPr>
          <p:cNvPr id="3" name="Picture 2">
            <a:extLst>
              <a:ext uri="{FF2B5EF4-FFF2-40B4-BE49-F238E27FC236}">
                <a16:creationId xmlns:a16="http://schemas.microsoft.com/office/drawing/2014/main" id="{6F8038C8-FAFE-85DF-2452-6678BC93C800}"/>
              </a:ext>
            </a:extLst>
          </p:cNvPr>
          <p:cNvPicPr>
            <a:picLocks noChangeAspect="1"/>
          </p:cNvPicPr>
          <p:nvPr/>
        </p:nvPicPr>
        <p:blipFill>
          <a:blip r:embed="rId4"/>
          <a:stretch>
            <a:fillRect/>
          </a:stretch>
        </p:blipFill>
        <p:spPr>
          <a:xfrm>
            <a:off x="20540699" y="28575151"/>
            <a:ext cx="10982112" cy="9910230"/>
          </a:xfrm>
          <a:prstGeom prst="rect">
            <a:avLst/>
          </a:prstGeom>
        </p:spPr>
      </p:pic>
      <p:sp>
        <p:nvSpPr>
          <p:cNvPr id="16" name="TextBox 15">
            <a:extLst>
              <a:ext uri="{FF2B5EF4-FFF2-40B4-BE49-F238E27FC236}">
                <a16:creationId xmlns:a16="http://schemas.microsoft.com/office/drawing/2014/main" id="{DEF7EE7E-7CBD-C1AD-DD36-8C65945F2CDF}"/>
              </a:ext>
            </a:extLst>
          </p:cNvPr>
          <p:cNvSpPr txBox="1"/>
          <p:nvPr/>
        </p:nvSpPr>
        <p:spPr>
          <a:xfrm>
            <a:off x="19210467" y="38889355"/>
            <a:ext cx="13018009" cy="10134890"/>
          </a:xfrm>
          <a:prstGeom prst="rect">
            <a:avLst/>
          </a:prstGeom>
          <a:noFill/>
        </p:spPr>
        <p:txBody>
          <a:bodyPr wrap="square" rtlCol="0">
            <a:spAutoFit/>
          </a:bodyPr>
          <a:lstStyle/>
          <a:p>
            <a:pPr marL="571500" indent="-571500" algn="r" rtl="1">
              <a:lnSpc>
                <a:spcPct val="150000"/>
              </a:lnSpc>
              <a:buFont typeface="Arial" panose="020B0604020202020204" pitchFamily="34" charset="0"/>
              <a:buChar char="•"/>
            </a:pPr>
            <a:r>
              <a:rPr lang="he-IL" sz="4000">
                <a:latin typeface="Arial" panose="020B0604020202020204" pitchFamily="34" charset="0"/>
                <a:cs typeface="Arial" panose="020B0604020202020204" pitchFamily="34" charset="0"/>
              </a:rPr>
              <a:t>איסוף ועיבוד נתונים:</a:t>
            </a:r>
            <a:r>
              <a:rPr lang="en-US" sz="4000">
                <a:latin typeface="Arial" panose="020B0604020202020204" pitchFamily="34" charset="0"/>
                <a:cs typeface="Arial" panose="020B0604020202020204" pitchFamily="34" charset="0"/>
              </a:rPr>
              <a:t> </a:t>
            </a:r>
            <a:r>
              <a:rPr lang="he-IL" sz="4000">
                <a:latin typeface="Arial" panose="020B0604020202020204" pitchFamily="34" charset="0"/>
                <a:cs typeface="Arial" panose="020B0604020202020204" pitchFamily="34" charset="0"/>
              </a:rPr>
              <a:t>שימוש ב-</a:t>
            </a:r>
            <a:r>
              <a:rPr lang="en-US" sz="4000">
                <a:latin typeface="Arial" panose="020B0604020202020204" pitchFamily="34" charset="0"/>
                <a:cs typeface="Arial" panose="020B0604020202020204" pitchFamily="34" charset="0"/>
              </a:rPr>
              <a:t>API</a:t>
            </a:r>
            <a:r>
              <a:rPr lang="he-IL" sz="4000">
                <a:latin typeface="Arial" panose="020B0604020202020204" pitchFamily="34" charset="0"/>
                <a:cs typeface="Arial" panose="020B0604020202020204" pitchFamily="34" charset="0"/>
              </a:rPr>
              <a:t> לשליפת נתוני זמינות חניות בזמן אמת ועיבוד הנתונים עם </a:t>
            </a:r>
            <a:r>
              <a:rPr lang="en-US" sz="4000">
                <a:latin typeface="Arial" panose="020B0604020202020204" pitchFamily="34" charset="0"/>
                <a:cs typeface="Arial" panose="020B0604020202020204" pitchFamily="34" charset="0"/>
              </a:rPr>
              <a:t>Python</a:t>
            </a:r>
            <a:r>
              <a:rPr lang="he-IL" sz="4000">
                <a:latin typeface="Arial" panose="020B0604020202020204" pitchFamily="34" charset="0"/>
                <a:cs typeface="Arial" panose="020B0604020202020204" pitchFamily="34" charset="0"/>
              </a:rPr>
              <a:t> וספריות כגון </a:t>
            </a:r>
            <a:r>
              <a:rPr lang="en-US" sz="4000">
                <a:latin typeface="Arial" panose="020B0604020202020204" pitchFamily="34" charset="0"/>
                <a:cs typeface="Arial" panose="020B0604020202020204" pitchFamily="34" charset="0"/>
              </a:rPr>
              <a:t>Pandas</a:t>
            </a:r>
            <a:r>
              <a:rPr lang="he-IL" sz="4000">
                <a:latin typeface="Arial" panose="020B0604020202020204" pitchFamily="34" charset="0"/>
                <a:cs typeface="Arial" panose="020B0604020202020204" pitchFamily="34" charset="0"/>
              </a:rPr>
              <a:t> ו-</a:t>
            </a:r>
            <a:r>
              <a:rPr lang="en-US" sz="4000">
                <a:latin typeface="Arial" panose="020B0604020202020204" pitchFamily="34" charset="0"/>
                <a:cs typeface="Arial" panose="020B0604020202020204" pitchFamily="34" charset="0"/>
              </a:rPr>
              <a:t>NumPy</a:t>
            </a:r>
            <a:r>
              <a:rPr lang="he-IL" sz="4000">
                <a:latin typeface="Arial" panose="020B0604020202020204" pitchFamily="34" charset="0"/>
                <a:cs typeface="Arial" panose="020B0604020202020204" pitchFamily="34" charset="0"/>
              </a:rPr>
              <a:t>.</a:t>
            </a:r>
          </a:p>
          <a:p>
            <a:pPr marL="571500" indent="-571500" algn="r" rtl="1">
              <a:lnSpc>
                <a:spcPct val="150000"/>
              </a:lnSpc>
              <a:buFont typeface="Arial" panose="020B0604020202020204" pitchFamily="34" charset="0"/>
              <a:buChar char="•"/>
            </a:pPr>
            <a:r>
              <a:rPr lang="he-IL" sz="4000">
                <a:latin typeface="Arial" panose="020B0604020202020204" pitchFamily="34" charset="0"/>
                <a:cs typeface="Arial" panose="020B0604020202020204" pitchFamily="34" charset="0"/>
              </a:rPr>
              <a:t>בניית בסיס נתונים: תכנון וניהול בסיס הנתונים עם </a:t>
            </a:r>
            <a:r>
              <a:rPr lang="en-US" sz="4000">
                <a:latin typeface="Arial" panose="020B0604020202020204" pitchFamily="34" charset="0"/>
                <a:cs typeface="Arial" panose="020B0604020202020204" pitchFamily="34" charset="0"/>
              </a:rPr>
              <a:t>SQLite</a:t>
            </a:r>
            <a:r>
              <a:rPr lang="he-IL" sz="4000">
                <a:latin typeface="Arial" panose="020B0604020202020204" pitchFamily="34" charset="0"/>
                <a:cs typeface="Arial" panose="020B0604020202020204" pitchFamily="34" charset="0"/>
              </a:rPr>
              <a:t> עבור נתוני החניות, משתמשים והעדפות.</a:t>
            </a:r>
          </a:p>
          <a:p>
            <a:pPr marL="571500" indent="-571500" algn="r" rtl="1">
              <a:lnSpc>
                <a:spcPct val="150000"/>
              </a:lnSpc>
              <a:buFont typeface="Arial" panose="020B0604020202020204" pitchFamily="34" charset="0"/>
              <a:buChar char="•"/>
            </a:pPr>
            <a:r>
              <a:rPr lang="he-IL" sz="4000">
                <a:latin typeface="Arial" panose="020B0604020202020204" pitchFamily="34" charset="0"/>
                <a:cs typeface="Arial" panose="020B0604020202020204" pitchFamily="34" charset="0"/>
              </a:rPr>
              <a:t>פיתוח אלגוריתם המלצה: שימוש בטכניקות למידת מכונה כמו אלגוריתם </a:t>
            </a:r>
            <a:r>
              <a:rPr lang="en-US" sz="4000">
                <a:latin typeface="Arial" panose="020B0604020202020204" pitchFamily="34" charset="0"/>
                <a:cs typeface="Arial" panose="020B0604020202020204" pitchFamily="34" charset="0"/>
              </a:rPr>
              <a:t>ALS</a:t>
            </a:r>
            <a:r>
              <a:rPr lang="he-IL" sz="4000">
                <a:latin typeface="Arial" panose="020B0604020202020204" pitchFamily="34" charset="0"/>
                <a:cs typeface="Arial" panose="020B0604020202020204" pitchFamily="34" charset="0"/>
              </a:rPr>
              <a:t> לפיתוח מודל המלצה אישית ושילוב </a:t>
            </a:r>
            <a:r>
              <a:rPr lang="en-US" sz="4000">
                <a:latin typeface="Arial" panose="020B0604020202020204" pitchFamily="34" charset="0"/>
                <a:cs typeface="Arial" panose="020B0604020202020204" pitchFamily="34" charset="0"/>
              </a:rPr>
              <a:t>API</a:t>
            </a:r>
            <a:r>
              <a:rPr lang="he-IL" sz="4000">
                <a:latin typeface="Arial" panose="020B0604020202020204" pitchFamily="34" charset="0"/>
                <a:cs typeface="Arial" panose="020B0604020202020204" pitchFamily="34" charset="0"/>
              </a:rPr>
              <a:t> של </a:t>
            </a:r>
            <a:r>
              <a:rPr lang="en-US" sz="4000">
                <a:latin typeface="Arial" panose="020B0604020202020204" pitchFamily="34" charset="0"/>
                <a:cs typeface="Arial" panose="020B0604020202020204" pitchFamily="34" charset="0"/>
              </a:rPr>
              <a:t>Google Maps</a:t>
            </a:r>
            <a:r>
              <a:rPr lang="he-IL" sz="4000">
                <a:latin typeface="Arial" panose="020B0604020202020204" pitchFamily="34" charset="0"/>
                <a:cs typeface="Arial" panose="020B0604020202020204" pitchFamily="34" charset="0"/>
              </a:rPr>
              <a:t> להמרת כתובות לקואורדינטות וחישוב מרחקי הליכה מיעד המשתמש לחניון.</a:t>
            </a:r>
          </a:p>
          <a:p>
            <a:pPr marL="571500" indent="-571500" algn="r" rtl="1">
              <a:lnSpc>
                <a:spcPct val="150000"/>
              </a:lnSpc>
              <a:buFont typeface="Arial" panose="020B0604020202020204" pitchFamily="34" charset="0"/>
              <a:buChar char="•"/>
            </a:pPr>
            <a:r>
              <a:rPr lang="he-IL" sz="4000">
                <a:latin typeface="Arial" panose="020B0604020202020204" pitchFamily="34" charset="0"/>
                <a:cs typeface="Arial" panose="020B0604020202020204" pitchFamily="34" charset="0"/>
              </a:rPr>
              <a:t>פיתוח ממשק משתמש: יצירת ממשק משתמש אינטואיטיבי ונוח לשימוש בעזרת </a:t>
            </a:r>
            <a:r>
              <a:rPr lang="en-US" sz="4000">
                <a:latin typeface="Arial" panose="020B0604020202020204" pitchFamily="34" charset="0"/>
                <a:cs typeface="Arial" panose="020B0604020202020204" pitchFamily="34" charset="0"/>
              </a:rPr>
              <a:t>Django</a:t>
            </a:r>
            <a:r>
              <a:rPr lang="he-IL" sz="4000">
                <a:latin typeface="Arial" panose="020B0604020202020204" pitchFamily="34" charset="0"/>
                <a:cs typeface="Arial" panose="020B0604020202020204" pitchFamily="34" charset="0"/>
              </a:rPr>
              <a:t>.</a:t>
            </a:r>
            <a:endParaRPr lang="en-IL" sz="4000">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E0780AF8-9BA5-C1A2-307B-7AE1142EC2C4}"/>
              </a:ext>
            </a:extLst>
          </p:cNvPr>
          <p:cNvSpPr txBox="1"/>
          <p:nvPr/>
        </p:nvSpPr>
        <p:spPr>
          <a:xfrm>
            <a:off x="19161105" y="21879612"/>
            <a:ext cx="14113223" cy="2762936"/>
          </a:xfrm>
          <a:prstGeom prst="rect">
            <a:avLst/>
          </a:prstGeom>
          <a:noFill/>
        </p:spPr>
        <p:txBody>
          <a:bodyPr wrap="square" rtlCol="0">
            <a:spAutoFit/>
          </a:bodyPr>
          <a:lstStyle/>
          <a:p>
            <a:pPr marL="683895" algn="r" rtl="1">
              <a:lnSpc>
                <a:spcPct val="150000"/>
              </a:lnSpc>
              <a:spcBef>
                <a:spcPts val="1200"/>
              </a:spcBef>
              <a:spcAft>
                <a:spcPts val="1200"/>
              </a:spcAft>
              <a:tabLst>
                <a:tab pos="226695" algn="l"/>
              </a:tabLst>
            </a:pPr>
            <a:r>
              <a:rPr lang="he-IL" sz="4000">
                <a:latin typeface="Calibri" panose="020F0502020204030204" pitchFamily="34" charset="0"/>
              </a:rPr>
              <a:t>מתן המלצה לחניה בחניון, מותאמת אישית למשתמש ולצרכיו, על בסיס החניות הפנויות בזמן אמת, ועל בסיס הלמידה של מאפייני והעדפות המשתמש.</a:t>
            </a:r>
            <a:endParaRPr lang="en-IL" sz="4000">
              <a:latin typeface="Calibri" panose="020F0502020204030204" pitchFamily="34" charset="0"/>
            </a:endParaRPr>
          </a:p>
        </p:txBody>
      </p:sp>
      <p:sp>
        <p:nvSpPr>
          <p:cNvPr id="19" name="TextBox 18">
            <a:extLst>
              <a:ext uri="{FF2B5EF4-FFF2-40B4-BE49-F238E27FC236}">
                <a16:creationId xmlns:a16="http://schemas.microsoft.com/office/drawing/2014/main" id="{F84FF11B-3445-C2CC-2BD5-623268BF2BC3}"/>
              </a:ext>
            </a:extLst>
          </p:cNvPr>
          <p:cNvSpPr txBox="1"/>
          <p:nvPr/>
        </p:nvSpPr>
        <p:spPr>
          <a:xfrm>
            <a:off x="18743406" y="13267264"/>
            <a:ext cx="14514133" cy="6456255"/>
          </a:xfrm>
          <a:prstGeom prst="rect">
            <a:avLst/>
          </a:prstGeom>
          <a:noFill/>
        </p:spPr>
        <p:txBody>
          <a:bodyPr wrap="square" rtlCol="0" anchor="ctr">
            <a:spAutoFit/>
          </a:bodyPr>
          <a:lstStyle/>
          <a:p>
            <a:pPr marL="683895" algn="r" rtl="1">
              <a:lnSpc>
                <a:spcPct val="150000"/>
              </a:lnSpc>
              <a:spcBef>
                <a:spcPts val="1200"/>
              </a:spcBef>
              <a:spcAft>
                <a:spcPts val="1200"/>
              </a:spcAft>
              <a:tabLst>
                <a:tab pos="226695" algn="l"/>
              </a:tabLst>
            </a:pPr>
            <a:r>
              <a:rPr lang="he-IL" sz="4000">
                <a:effectLst/>
                <a:latin typeface="Calibri" panose="020F0502020204030204" pitchFamily="34" charset="0"/>
                <a:ea typeface="Times New Roman" panose="02020603050405020304" pitchFamily="18" charset="0"/>
              </a:rPr>
              <a:t>בשל הגידול באוכלוסייה העירונית והצמיחה הכלכלית, יש מחסור בחניות פנויות. כיום יש כלים שמסייעים במציאת חניה אך הם אינם משווים בין אלטרנטיבות לפי העדפות המשתמש. לכן, מצאנו כי יש צורך באיסוף וניתוח מידע בזמן אמת על זמינות החניות ובשילוב מידע מהמשתמש על העדפותיו. הפרויקט מציע מערכת המלצה שמצליבה בין זמינות החניות בחניוני "אחוזת החוף" לבין הקריטריונים וההיסטוריה של המשתמש, כדי להמליץ על מקום חניה אופטימלי.</a:t>
            </a:r>
            <a:endParaRPr lang="en-IL" sz="4000">
              <a:effectLst/>
              <a:latin typeface="Calibri" panose="020F0502020204030204" pitchFamily="34" charset="0"/>
              <a:ea typeface="Times New Roman" panose="02020603050405020304" pitchFamily="18" charset="0"/>
            </a:endParaRPr>
          </a:p>
        </p:txBody>
      </p:sp>
      <p:sp>
        <p:nvSpPr>
          <p:cNvPr id="20" name="TextBox 19">
            <a:extLst>
              <a:ext uri="{FF2B5EF4-FFF2-40B4-BE49-F238E27FC236}">
                <a16:creationId xmlns:a16="http://schemas.microsoft.com/office/drawing/2014/main" id="{E3E95E76-9587-E89F-70FB-EA78BB2C022D}"/>
              </a:ext>
            </a:extLst>
          </p:cNvPr>
          <p:cNvSpPr txBox="1"/>
          <p:nvPr/>
        </p:nvSpPr>
        <p:spPr>
          <a:xfrm>
            <a:off x="19165434" y="26620327"/>
            <a:ext cx="14113223" cy="1839606"/>
          </a:xfrm>
          <a:prstGeom prst="rect">
            <a:avLst/>
          </a:prstGeom>
          <a:noFill/>
        </p:spPr>
        <p:txBody>
          <a:bodyPr wrap="square" rtlCol="0">
            <a:spAutoFit/>
          </a:bodyPr>
          <a:lstStyle/>
          <a:p>
            <a:pPr marL="683895" algn="r" rtl="1">
              <a:lnSpc>
                <a:spcPct val="150000"/>
              </a:lnSpc>
              <a:spcBef>
                <a:spcPts val="1200"/>
              </a:spcBef>
              <a:spcAft>
                <a:spcPts val="1200"/>
              </a:spcAft>
              <a:tabLst>
                <a:tab pos="226695" algn="l"/>
              </a:tabLst>
            </a:pPr>
            <a:r>
              <a:rPr lang="he-IL" sz="4000">
                <a:latin typeface="Calibri" panose="020F0502020204030204" pitchFamily="34" charset="0"/>
              </a:rPr>
              <a:t>בפרויקט זה נעשה שימוש בשיטות מגוונות לאיסוף, ניתוח מידע לצורך יצירת מערכת המלצה לחניה בתל אביב:</a:t>
            </a:r>
            <a:endParaRPr lang="en-IL" sz="4000">
              <a:latin typeface="Calibri" panose="020F0502020204030204" pitchFamily="34" charset="0"/>
            </a:endParaRPr>
          </a:p>
        </p:txBody>
      </p:sp>
      <p:sp>
        <p:nvSpPr>
          <p:cNvPr id="22" name="TextBox 21">
            <a:extLst>
              <a:ext uri="{FF2B5EF4-FFF2-40B4-BE49-F238E27FC236}">
                <a16:creationId xmlns:a16="http://schemas.microsoft.com/office/drawing/2014/main" id="{B15A4D07-5E83-7E6C-8270-0554D19698D5}"/>
              </a:ext>
            </a:extLst>
          </p:cNvPr>
          <p:cNvSpPr txBox="1"/>
          <p:nvPr/>
        </p:nvSpPr>
        <p:spPr>
          <a:xfrm>
            <a:off x="3867133" y="12306784"/>
            <a:ext cx="13713592" cy="28308391"/>
          </a:xfrm>
          <a:prstGeom prst="rect">
            <a:avLst/>
          </a:prstGeom>
          <a:noFill/>
        </p:spPr>
        <p:txBody>
          <a:bodyPr wrap="square" rtlCol="0" anchor="ctr">
            <a:spAutoFit/>
          </a:bodyPr>
          <a:lstStyle/>
          <a:p>
            <a:pPr marL="571500" indent="-571500" algn="r" rtl="1">
              <a:lnSpc>
                <a:spcPct val="150000"/>
              </a:lnSpc>
              <a:spcAft>
                <a:spcPts val="800"/>
              </a:spcAft>
              <a:buFont typeface="Arial" panose="020B0604020202020204" pitchFamily="34" charset="0"/>
              <a:buChar char="•"/>
            </a:pPr>
            <a:r>
              <a:rPr lang="he-IL" sz="4000">
                <a:effectLst/>
                <a:latin typeface="Calibri" panose="020F0502020204030204" pitchFamily="34" charset="0"/>
                <a:ea typeface="Calibri" panose="020F0502020204030204" pitchFamily="34" charset="0"/>
                <a:cs typeface="Arial" panose="020B0604020202020204" pitchFamily="34" charset="0"/>
              </a:rPr>
              <a:t>המערכת התאימה בהצלחה חניות מרשת 'אחוזת החוף' להעדפות וזמינות, והחזירה שלוש המלצות לכל בקשה.</a:t>
            </a:r>
          </a:p>
          <a:p>
            <a:pPr marL="571500" indent="-571500" algn="r" rtl="1">
              <a:lnSpc>
                <a:spcPct val="150000"/>
              </a:lnSpc>
              <a:spcAft>
                <a:spcPts val="800"/>
              </a:spcAft>
              <a:buFont typeface="Arial" panose="020B0604020202020204" pitchFamily="34" charset="0"/>
              <a:buChar char="•"/>
            </a:pPr>
            <a:endParaRPr lang="he-IL" sz="4000">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endParaRPr lang="en-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endParaRPr lang="he-IL" sz="4000">
              <a:effectLst/>
              <a:latin typeface="Calibri" panose="020F0502020204030204" pitchFamily="34" charset="0"/>
              <a:ea typeface="Calibri" panose="020F0502020204030204" pitchFamily="34" charset="0"/>
              <a:cs typeface="Arial" panose="020B0604020202020204" pitchFamily="34" charset="0"/>
            </a:endParaRPr>
          </a:p>
          <a:p>
            <a:pPr algn="r" rtl="1">
              <a:lnSpc>
                <a:spcPct val="150000"/>
              </a:lnSpc>
              <a:spcAft>
                <a:spcPts val="800"/>
              </a:spcAft>
            </a:pPr>
            <a:endParaRPr lang="he-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r>
              <a:rPr lang="he-IL" sz="4000">
                <a:effectLst/>
                <a:latin typeface="Calibri" panose="020F0502020204030204" pitchFamily="34" charset="0"/>
                <a:ea typeface="Calibri" panose="020F0502020204030204" pitchFamily="34" charset="0"/>
                <a:cs typeface="Arial" panose="020B0604020202020204" pitchFamily="34" charset="0"/>
              </a:rPr>
              <a:t>המערכת עברה בהצלחה בדיקות רישום, כניסה, בקשות חניה ושמירת בחירות, מה שמעיד על יציבות ותפקוד תקין.</a:t>
            </a:r>
          </a:p>
          <a:p>
            <a:pPr marL="571500" indent="-571500" algn="r" rtl="1">
              <a:lnSpc>
                <a:spcPct val="150000"/>
              </a:lnSpc>
              <a:spcAft>
                <a:spcPts val="800"/>
              </a:spcAft>
              <a:buFont typeface="Arial" panose="020B0604020202020204" pitchFamily="34" charset="0"/>
              <a:buChar char="•"/>
            </a:pPr>
            <a:r>
              <a:rPr lang="he-IL" sz="4000">
                <a:effectLst/>
                <a:latin typeface="Calibri" panose="020F0502020204030204" pitchFamily="34" charset="0"/>
                <a:ea typeface="Calibri" panose="020F0502020204030204" pitchFamily="34" charset="0"/>
                <a:cs typeface="Arial" panose="020B0604020202020204" pitchFamily="34" charset="0"/>
              </a:rPr>
              <a:t>ההמלצות סוננו בהתאם להעדפות, והמשתמשים קיבלו נתונים מדויקים מה-</a:t>
            </a:r>
            <a:r>
              <a:rPr lang="en-US" sz="4000">
                <a:effectLst/>
                <a:latin typeface="Calibri" panose="020F0502020204030204" pitchFamily="34" charset="0"/>
                <a:ea typeface="Calibri" panose="020F0502020204030204" pitchFamily="34" charset="0"/>
                <a:cs typeface="Arial" panose="020B0604020202020204" pitchFamily="34" charset="0"/>
              </a:rPr>
              <a:t>API</a:t>
            </a:r>
            <a:r>
              <a:rPr lang="he-IL" sz="4000">
                <a:effectLst/>
                <a:latin typeface="Calibri" panose="020F0502020204030204" pitchFamily="34" charset="0"/>
                <a:ea typeface="Calibri" panose="020F0502020204030204" pitchFamily="34" charset="0"/>
                <a:cs typeface="Arial" panose="020B0604020202020204" pitchFamily="34" charset="0"/>
              </a:rPr>
              <a:t> של 'אחוזת החוף'.</a:t>
            </a:r>
          </a:p>
          <a:p>
            <a:pPr marL="571500" indent="-571500" algn="r" rtl="1">
              <a:lnSpc>
                <a:spcPct val="150000"/>
              </a:lnSpc>
              <a:spcAft>
                <a:spcPts val="800"/>
              </a:spcAft>
              <a:buFont typeface="Arial" panose="020B0604020202020204" pitchFamily="34" charset="0"/>
              <a:buChar char="•"/>
            </a:pPr>
            <a:endParaRPr lang="he-IL" sz="4000">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endParaRPr lang="he-IL" sz="4000">
              <a:effectLst/>
              <a:latin typeface="Calibri" panose="020F0502020204030204" pitchFamily="34" charset="0"/>
              <a:ea typeface="Calibri" panose="020F0502020204030204" pitchFamily="34" charset="0"/>
              <a:cs typeface="Arial" panose="020B0604020202020204" pitchFamily="34" charset="0"/>
            </a:endParaRPr>
          </a:p>
          <a:p>
            <a:pPr marL="571500" indent="-571500" algn="r" rtl="1">
              <a:lnSpc>
                <a:spcPct val="150000"/>
              </a:lnSpc>
              <a:spcAft>
                <a:spcPts val="800"/>
              </a:spcAft>
              <a:buFont typeface="Arial" panose="020B0604020202020204" pitchFamily="34" charset="0"/>
              <a:buChar char="•"/>
            </a:pPr>
            <a:r>
              <a:rPr lang="he-IL" sz="4000">
                <a:effectLst/>
                <a:latin typeface="Calibri" panose="020F0502020204030204" pitchFamily="34" charset="0"/>
                <a:ea typeface="Calibri" panose="020F0502020204030204" pitchFamily="34" charset="0"/>
                <a:cs typeface="Arial" panose="020B0604020202020204" pitchFamily="34" charset="0"/>
              </a:rPr>
              <a:t>טבלאות </a:t>
            </a:r>
            <a:r>
              <a:rPr lang="he-IL" sz="4000">
                <a:latin typeface="Calibri" panose="020F0502020204030204" pitchFamily="34" charset="0"/>
                <a:ea typeface="Calibri" panose="020F0502020204030204" pitchFamily="34" charset="0"/>
                <a:cs typeface="Arial" panose="020B0604020202020204" pitchFamily="34" charset="0"/>
              </a:rPr>
              <a:t>ניהול למשתמשים, חניונים והיסטוריית חניות.</a:t>
            </a:r>
            <a:endParaRPr lang="en-IL" sz="4000">
              <a:effectLst/>
              <a:latin typeface="Calibri" panose="020F0502020204030204" pitchFamily="34" charset="0"/>
              <a:ea typeface="Calibri" panose="020F0502020204030204" pitchFamily="34" charset="0"/>
              <a:cs typeface="Arial" panose="020B0604020202020204" pitchFamily="34" charset="0"/>
            </a:endParaRPr>
          </a:p>
        </p:txBody>
      </p:sp>
      <p:pic>
        <p:nvPicPr>
          <p:cNvPr id="25" name="תמונה 1" descr="תמונה שמכילה טקסט, צילום מסך, בניין, עיר&#10;&#10;התיאור נוצר באופן אוטומטי">
            <a:extLst>
              <a:ext uri="{FF2B5EF4-FFF2-40B4-BE49-F238E27FC236}">
                <a16:creationId xmlns:a16="http://schemas.microsoft.com/office/drawing/2014/main" id="{DB0474F0-000A-5BC4-C69D-CA44689996CE}"/>
              </a:ext>
            </a:extLst>
          </p:cNvPr>
          <p:cNvPicPr>
            <a:picLocks noChangeAspect="1"/>
          </p:cNvPicPr>
          <p:nvPr/>
        </p:nvPicPr>
        <p:blipFill>
          <a:blip r:embed="rId5"/>
          <a:stretch>
            <a:fillRect/>
          </a:stretch>
        </p:blipFill>
        <p:spPr>
          <a:xfrm>
            <a:off x="4121494" y="14675923"/>
            <a:ext cx="12844276" cy="7402617"/>
          </a:xfrm>
          <a:prstGeom prst="rect">
            <a:avLst/>
          </a:prstGeom>
        </p:spPr>
      </p:pic>
      <p:pic>
        <p:nvPicPr>
          <p:cNvPr id="26" name="תמונה 1" descr="תמונה שמכילה טקסט, צילום מסך, גופן, מקביל&#10;&#10;התיאור נוצר באופן אוטומטי">
            <a:extLst>
              <a:ext uri="{FF2B5EF4-FFF2-40B4-BE49-F238E27FC236}">
                <a16:creationId xmlns:a16="http://schemas.microsoft.com/office/drawing/2014/main" id="{FD333F4F-8726-0497-FA98-8F70C3065C53}"/>
              </a:ext>
            </a:extLst>
          </p:cNvPr>
          <p:cNvPicPr>
            <a:picLocks noChangeAspect="1"/>
          </p:cNvPicPr>
          <p:nvPr/>
        </p:nvPicPr>
        <p:blipFill rotWithShape="1">
          <a:blip r:embed="rId6"/>
          <a:srcRect r="11192"/>
          <a:stretch/>
        </p:blipFill>
        <p:spPr>
          <a:xfrm>
            <a:off x="4121493" y="22310393"/>
            <a:ext cx="12844276" cy="6400089"/>
          </a:xfrm>
          <a:prstGeom prst="rect">
            <a:avLst/>
          </a:prstGeom>
        </p:spPr>
      </p:pic>
      <p:pic>
        <p:nvPicPr>
          <p:cNvPr id="27" name="תמונה 1">
            <a:extLst>
              <a:ext uri="{FF2B5EF4-FFF2-40B4-BE49-F238E27FC236}">
                <a16:creationId xmlns:a16="http://schemas.microsoft.com/office/drawing/2014/main" id="{18DB2B74-1118-0067-2632-7D75EFA738C6}"/>
              </a:ext>
            </a:extLst>
          </p:cNvPr>
          <p:cNvPicPr>
            <a:picLocks noChangeAspect="1"/>
          </p:cNvPicPr>
          <p:nvPr/>
        </p:nvPicPr>
        <p:blipFill>
          <a:blip r:embed="rId7"/>
          <a:stretch>
            <a:fillRect/>
          </a:stretch>
        </p:blipFill>
        <p:spPr>
          <a:xfrm>
            <a:off x="3836256" y="33090560"/>
            <a:ext cx="13478881" cy="5853944"/>
          </a:xfrm>
          <a:prstGeom prst="rect">
            <a:avLst/>
          </a:prstGeom>
        </p:spPr>
      </p:pic>
      <p:sp>
        <p:nvSpPr>
          <p:cNvPr id="28" name="TextBox 27">
            <a:extLst>
              <a:ext uri="{FF2B5EF4-FFF2-40B4-BE49-F238E27FC236}">
                <a16:creationId xmlns:a16="http://schemas.microsoft.com/office/drawing/2014/main" id="{C92C1198-51DA-D235-B461-0D7539A59B8D}"/>
              </a:ext>
            </a:extLst>
          </p:cNvPr>
          <p:cNvSpPr txBox="1"/>
          <p:nvPr/>
        </p:nvSpPr>
        <p:spPr>
          <a:xfrm>
            <a:off x="3836256" y="41755881"/>
            <a:ext cx="14382165" cy="7057125"/>
          </a:xfrm>
          <a:prstGeom prst="rect">
            <a:avLst/>
          </a:prstGeom>
          <a:noFill/>
        </p:spPr>
        <p:txBody>
          <a:bodyPr wrap="square" rtlCol="0" anchor="ctr">
            <a:spAutoFit/>
          </a:bodyPr>
          <a:lstStyle/>
          <a:p>
            <a:pPr marL="1255395" indent="-571500" algn="r" rtl="1">
              <a:lnSpc>
                <a:spcPct val="150000"/>
              </a:lnSpc>
              <a:spcBef>
                <a:spcPts val="1200"/>
              </a:spcBef>
              <a:spcAft>
                <a:spcPts val="1200"/>
              </a:spcAft>
              <a:buFont typeface="Arial" panose="020B0604020202020204" pitchFamily="34" charset="0"/>
              <a:buChar char="•"/>
              <a:tabLst>
                <a:tab pos="226695" algn="l"/>
              </a:tabLst>
            </a:pPr>
            <a:r>
              <a:rPr lang="he-IL" sz="4000">
                <a:effectLst/>
                <a:latin typeface="Calibri" panose="020F0502020204030204" pitchFamily="34" charset="0"/>
                <a:ea typeface="Times New Roman" panose="02020603050405020304" pitchFamily="18" charset="0"/>
              </a:rPr>
              <a:t>כחלק מהפרויקט הצלחנו לפתח מערכת המלצות לחניה בתל אביב שמשלבת את העדפות המשתמשים עם זמינות חניות בזמן אמת</a:t>
            </a:r>
          </a:p>
          <a:p>
            <a:pPr marL="1255395" indent="-571500" algn="r" rtl="1">
              <a:lnSpc>
                <a:spcPct val="150000"/>
              </a:lnSpc>
              <a:spcBef>
                <a:spcPts val="1200"/>
              </a:spcBef>
              <a:spcAft>
                <a:spcPts val="1200"/>
              </a:spcAft>
              <a:buFont typeface="Arial" panose="020B0604020202020204" pitchFamily="34" charset="0"/>
              <a:buChar char="•"/>
              <a:tabLst>
                <a:tab pos="226695" algn="l"/>
              </a:tabLst>
            </a:pPr>
            <a:r>
              <a:rPr lang="he-IL" sz="4000">
                <a:effectLst/>
                <a:latin typeface="Calibri" panose="020F0502020204030204" pitchFamily="34" charset="0"/>
                <a:ea typeface="Times New Roman" panose="02020603050405020304" pitchFamily="18" charset="0"/>
              </a:rPr>
              <a:t>הפרויקט הדגים כיצד ניתן לשלב טכנולוגיות מתקדמות כמו אלגוריתם </a:t>
            </a:r>
            <a:r>
              <a:rPr lang="en-US" sz="4000">
                <a:effectLst/>
                <a:latin typeface="Calibri" panose="020F0502020204030204" pitchFamily="34" charset="0"/>
                <a:ea typeface="Times New Roman" panose="02020603050405020304" pitchFamily="18" charset="0"/>
              </a:rPr>
              <a:t>ALS </a:t>
            </a:r>
            <a:r>
              <a:rPr lang="he-IL" sz="4000">
                <a:latin typeface="Calibri" panose="020F0502020204030204" pitchFamily="34" charset="0"/>
                <a:ea typeface="Times New Roman" panose="02020603050405020304" pitchFamily="18" charset="0"/>
              </a:rPr>
              <a:t> וממשקי </a:t>
            </a:r>
            <a:r>
              <a:rPr lang="en-US" sz="4000">
                <a:latin typeface="Calibri" panose="020F0502020204030204" pitchFamily="34" charset="0"/>
                <a:ea typeface="Times New Roman" panose="02020603050405020304" pitchFamily="18" charset="0"/>
              </a:rPr>
              <a:t>API</a:t>
            </a:r>
            <a:r>
              <a:rPr lang="he-IL" sz="4000">
                <a:latin typeface="Calibri" panose="020F0502020204030204" pitchFamily="34" charset="0"/>
                <a:ea typeface="Times New Roman" panose="02020603050405020304" pitchFamily="18" charset="0"/>
              </a:rPr>
              <a:t> של </a:t>
            </a:r>
            <a:r>
              <a:rPr lang="en-US" sz="4000">
                <a:latin typeface="Calibri" panose="020F0502020204030204" pitchFamily="34" charset="0"/>
                <a:ea typeface="Times New Roman" panose="02020603050405020304" pitchFamily="18" charset="0"/>
              </a:rPr>
              <a:t>Google Maps</a:t>
            </a:r>
            <a:r>
              <a:rPr lang="he-IL" sz="4000">
                <a:latin typeface="Calibri" panose="020F0502020204030204" pitchFamily="34" charset="0"/>
                <a:ea typeface="Times New Roman" panose="02020603050405020304" pitchFamily="18" charset="0"/>
              </a:rPr>
              <a:t> כדי לשפר תהליכים יומיומיים, כמו חיפוש חניה.</a:t>
            </a:r>
          </a:p>
          <a:p>
            <a:pPr marL="1255395" indent="-571500" algn="r" rtl="1">
              <a:lnSpc>
                <a:spcPct val="150000"/>
              </a:lnSpc>
              <a:spcBef>
                <a:spcPts val="1200"/>
              </a:spcBef>
              <a:spcAft>
                <a:spcPts val="1200"/>
              </a:spcAft>
              <a:buFont typeface="Arial" panose="020B0604020202020204" pitchFamily="34" charset="0"/>
              <a:buChar char="•"/>
              <a:tabLst>
                <a:tab pos="226695" algn="l"/>
              </a:tabLst>
            </a:pPr>
            <a:r>
              <a:rPr lang="he-IL" sz="4000">
                <a:effectLst/>
                <a:latin typeface="Calibri" panose="020F0502020204030204" pitchFamily="34" charset="0"/>
                <a:ea typeface="Times New Roman" panose="02020603050405020304" pitchFamily="18" charset="0"/>
              </a:rPr>
              <a:t>המערכת שפיתחנו אינה מוגבלת רק לתל אביב ויש לה פוטנציאל להתרחב לערים נוספות המתמודדות עם אתגרי חניה דומים. </a:t>
            </a:r>
          </a:p>
        </p:txBody>
      </p:sp>
    </p:spTree>
    <p:extLst>
      <p:ext uri="{BB962C8B-B14F-4D97-AF65-F5344CB8AC3E}">
        <p14:creationId xmlns:p14="http://schemas.microsoft.com/office/powerpoint/2010/main" val="225794005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0</TotalTime>
  <Words>356</Words>
  <Application>Microsoft Office PowerPoint</Application>
  <PresentationFormat>מותאם אישית</PresentationFormat>
  <Paragraphs>42</Paragraphs>
  <Slides>1</Slides>
  <Notes>0</Notes>
  <HiddenSlides>0</HiddenSlides>
  <MMClips>0</MMClips>
  <ScaleCrop>false</ScaleCrop>
  <HeadingPairs>
    <vt:vector size="6" baseType="variant">
      <vt:variant>
        <vt:lpstr>גופנים בשימוש</vt:lpstr>
      </vt:variant>
      <vt:variant>
        <vt:i4>3</vt:i4>
      </vt:variant>
      <vt:variant>
        <vt:lpstr>ערכת נושא</vt:lpstr>
      </vt:variant>
      <vt:variant>
        <vt:i4>1</vt:i4>
      </vt:variant>
      <vt:variant>
        <vt:lpstr>כותרות שקופיות</vt:lpstr>
      </vt:variant>
      <vt:variant>
        <vt:i4>1</vt:i4>
      </vt:variant>
    </vt:vector>
  </HeadingPairs>
  <TitlesOfParts>
    <vt:vector size="5" baseType="lpstr">
      <vt:lpstr>Arial</vt:lpstr>
      <vt:lpstr>Calibri</vt:lpstr>
      <vt:lpstr>Calibri Light</vt:lpstr>
      <vt:lpstr>Office Theme</vt:lpstr>
      <vt:lpstr>מצגת של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Maya Peled Muller</dc:creator>
  <cp:lastModifiedBy>Noya Litav Litvinov</cp:lastModifiedBy>
  <cp:revision>1</cp:revision>
  <dcterms:created xsi:type="dcterms:W3CDTF">2024-07-03T08:34:43Z</dcterms:created>
  <dcterms:modified xsi:type="dcterms:W3CDTF">2024-08-29T11:19:16Z</dcterms:modified>
</cp:coreProperties>
</file>